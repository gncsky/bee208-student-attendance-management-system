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3" r:id="rId3"/>
  </p:sldMasterIdLst>
  <p:sldIdLst>
    <p:sldId id="257" r:id="rId4"/>
    <p:sldId id="258" r:id="rId5"/>
    <p:sldId id="259" r:id="rId6"/>
    <p:sldId id="260" r:id="rId7"/>
    <p:sldId id="264" r:id="rId8"/>
    <p:sldId id="265" r:id="rId9"/>
    <p:sldId id="263" r:id="rId10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47" d="100"/>
          <a:sy n="47" d="100"/>
        </p:scale>
        <p:origin x="77" y="1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 /><Relationship Id="rId13" Type="http://schemas.openxmlformats.org/officeDocument/2006/relationships/viewProps" Target="viewProps.xml" /><Relationship Id="rId3" Type="http://schemas.openxmlformats.org/officeDocument/2006/relationships/slideMaster" Target="slideMasters/slideMaster3.xml" /><Relationship Id="rId7" Type="http://schemas.openxmlformats.org/officeDocument/2006/relationships/slide" Target="slides/slide4.xml" /><Relationship Id="rId12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3.xml" /><Relationship Id="rId11" Type="http://schemas.openxmlformats.org/officeDocument/2006/relationships/tags" Target="tags/tag1.xml" /><Relationship Id="rId5" Type="http://schemas.openxmlformats.org/officeDocument/2006/relationships/slide" Target="slides/slide2.xml" /><Relationship Id="rId15" Type="http://schemas.openxmlformats.org/officeDocument/2006/relationships/tableStyles" Target="tableStyles.xml" /><Relationship Id="rId10" Type="http://schemas.openxmlformats.org/officeDocument/2006/relationships/slide" Target="slides/slide7.xml" /><Relationship Id="rId4" Type="http://schemas.openxmlformats.org/officeDocument/2006/relationships/slide" Target="slides/slide1.xml" /><Relationship Id="rId9" Type="http://schemas.openxmlformats.org/officeDocument/2006/relationships/slide" Target="slides/slide6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 /><Relationship Id="rId2" Type="http://schemas.openxmlformats.org/officeDocument/2006/relationships/tags" Target="../tags/tag12.xml" /><Relationship Id="rId1" Type="http://schemas.openxmlformats.org/officeDocument/2006/relationships/tags" Target="../tags/tag11.xml" /><Relationship Id="rId6" Type="http://schemas.openxmlformats.org/officeDocument/2006/relationships/slideMaster" Target="../slideMasters/slideMaster2.xml" /><Relationship Id="rId5" Type="http://schemas.openxmlformats.org/officeDocument/2006/relationships/tags" Target="../tags/tag15.xml" /><Relationship Id="rId4" Type="http://schemas.openxmlformats.org/officeDocument/2006/relationships/tags" Target="../tags/tag14.xml" 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 /><Relationship Id="rId13" Type="http://schemas.openxmlformats.org/officeDocument/2006/relationships/tags" Target="../tags/tag28.xml" /><Relationship Id="rId18" Type="http://schemas.openxmlformats.org/officeDocument/2006/relationships/tags" Target="../tags/tag33.xml" /><Relationship Id="rId3" Type="http://schemas.openxmlformats.org/officeDocument/2006/relationships/tags" Target="../tags/tag18.xml" /><Relationship Id="rId21" Type="http://schemas.openxmlformats.org/officeDocument/2006/relationships/slideMaster" Target="../slideMasters/slideMaster2.xml" /><Relationship Id="rId7" Type="http://schemas.openxmlformats.org/officeDocument/2006/relationships/tags" Target="../tags/tag22.xml" /><Relationship Id="rId12" Type="http://schemas.openxmlformats.org/officeDocument/2006/relationships/tags" Target="../tags/tag27.xml" /><Relationship Id="rId17" Type="http://schemas.openxmlformats.org/officeDocument/2006/relationships/tags" Target="../tags/tag32.xml" /><Relationship Id="rId2" Type="http://schemas.openxmlformats.org/officeDocument/2006/relationships/tags" Target="../tags/tag17.xml" /><Relationship Id="rId16" Type="http://schemas.openxmlformats.org/officeDocument/2006/relationships/tags" Target="../tags/tag31.xml" /><Relationship Id="rId20" Type="http://schemas.openxmlformats.org/officeDocument/2006/relationships/tags" Target="../tags/tag35.xml" /><Relationship Id="rId1" Type="http://schemas.openxmlformats.org/officeDocument/2006/relationships/tags" Target="../tags/tag16.xml" /><Relationship Id="rId6" Type="http://schemas.openxmlformats.org/officeDocument/2006/relationships/tags" Target="../tags/tag21.xml" /><Relationship Id="rId11" Type="http://schemas.openxmlformats.org/officeDocument/2006/relationships/tags" Target="../tags/tag26.xml" /><Relationship Id="rId5" Type="http://schemas.openxmlformats.org/officeDocument/2006/relationships/tags" Target="../tags/tag20.xml" /><Relationship Id="rId15" Type="http://schemas.openxmlformats.org/officeDocument/2006/relationships/tags" Target="../tags/tag30.xml" /><Relationship Id="rId10" Type="http://schemas.openxmlformats.org/officeDocument/2006/relationships/tags" Target="../tags/tag25.xml" /><Relationship Id="rId19" Type="http://schemas.openxmlformats.org/officeDocument/2006/relationships/tags" Target="../tags/tag34.xml" /><Relationship Id="rId4" Type="http://schemas.openxmlformats.org/officeDocument/2006/relationships/tags" Target="../tags/tag19.xml" /><Relationship Id="rId9" Type="http://schemas.openxmlformats.org/officeDocument/2006/relationships/tags" Target="../tags/tag24.xml" /><Relationship Id="rId14" Type="http://schemas.openxmlformats.org/officeDocument/2006/relationships/tags" Target="../tags/tag29.xml" 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 /><Relationship Id="rId7" Type="http://schemas.openxmlformats.org/officeDocument/2006/relationships/slideMaster" Target="../slideMasters/slideMaster2.xml" /><Relationship Id="rId2" Type="http://schemas.openxmlformats.org/officeDocument/2006/relationships/tags" Target="../tags/tag37.xml" /><Relationship Id="rId1" Type="http://schemas.openxmlformats.org/officeDocument/2006/relationships/tags" Target="../tags/tag36.xml" /><Relationship Id="rId6" Type="http://schemas.openxmlformats.org/officeDocument/2006/relationships/tags" Target="../tags/tag41.xml" /><Relationship Id="rId5" Type="http://schemas.openxmlformats.org/officeDocument/2006/relationships/tags" Target="../tags/tag40.xml" /><Relationship Id="rId4" Type="http://schemas.openxmlformats.org/officeDocument/2006/relationships/tags" Target="../tags/tag39.xml" 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 /><Relationship Id="rId3" Type="http://schemas.openxmlformats.org/officeDocument/2006/relationships/tags" Target="../tags/tag44.xml" /><Relationship Id="rId7" Type="http://schemas.openxmlformats.org/officeDocument/2006/relationships/tags" Target="../tags/tag48.xml" /><Relationship Id="rId2" Type="http://schemas.openxmlformats.org/officeDocument/2006/relationships/tags" Target="../tags/tag43.xml" /><Relationship Id="rId1" Type="http://schemas.openxmlformats.org/officeDocument/2006/relationships/tags" Target="../tags/tag42.xml" /><Relationship Id="rId6" Type="http://schemas.openxmlformats.org/officeDocument/2006/relationships/tags" Target="../tags/tag47.xml" /><Relationship Id="rId5" Type="http://schemas.openxmlformats.org/officeDocument/2006/relationships/tags" Target="../tags/tag46.xml" /><Relationship Id="rId4" Type="http://schemas.openxmlformats.org/officeDocument/2006/relationships/tags" Target="../tags/tag45.xml" /><Relationship Id="rId9" Type="http://schemas.openxmlformats.org/officeDocument/2006/relationships/slideMaster" Target="../slideMasters/slideMaster2.xml" 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 /><Relationship Id="rId2" Type="http://schemas.openxmlformats.org/officeDocument/2006/relationships/tags" Target="../tags/tag51.xml" /><Relationship Id="rId1" Type="http://schemas.openxmlformats.org/officeDocument/2006/relationships/tags" Target="../tags/tag50.xml" /><Relationship Id="rId5" Type="http://schemas.openxmlformats.org/officeDocument/2006/relationships/slideMaster" Target="../slideMasters/slideMaster2.xml" /><Relationship Id="rId4" Type="http://schemas.openxmlformats.org/officeDocument/2006/relationships/tags" Target="../tags/tag53.xml" 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 /><Relationship Id="rId2" Type="http://schemas.openxmlformats.org/officeDocument/2006/relationships/tags" Target="../tags/tag55.xml" /><Relationship Id="rId1" Type="http://schemas.openxmlformats.org/officeDocument/2006/relationships/tags" Target="../tags/tag54.xml" /><Relationship Id="rId4" Type="http://schemas.openxmlformats.org/officeDocument/2006/relationships/slideMaster" Target="../slideMasters/slideMaster2.xml" 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 /><Relationship Id="rId2" Type="http://schemas.openxmlformats.org/officeDocument/2006/relationships/tags" Target="../tags/tag58.xml" /><Relationship Id="rId1" Type="http://schemas.openxmlformats.org/officeDocument/2006/relationships/tags" Target="../tags/tag57.xml" /><Relationship Id="rId5" Type="http://schemas.openxmlformats.org/officeDocument/2006/relationships/slideMaster" Target="../slideMasters/slideMaster2.xml" /><Relationship Id="rId4" Type="http://schemas.openxmlformats.org/officeDocument/2006/relationships/tags" Target="../tags/tag60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 /><Relationship Id="rId2" Type="http://schemas.openxmlformats.org/officeDocument/2006/relationships/tags" Target="../tags/tag62.xml" /><Relationship Id="rId1" Type="http://schemas.openxmlformats.org/officeDocument/2006/relationships/tags" Target="../tags/tag61.xml" /><Relationship Id="rId6" Type="http://schemas.openxmlformats.org/officeDocument/2006/relationships/slideMaster" Target="../slideMasters/slideMaster2.xml" /><Relationship Id="rId5" Type="http://schemas.openxmlformats.org/officeDocument/2006/relationships/tags" Target="../tags/tag65.xml" /><Relationship Id="rId4" Type="http://schemas.openxmlformats.org/officeDocument/2006/relationships/tags" Target="../tags/tag64.xml" 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 /><Relationship Id="rId13" Type="http://schemas.openxmlformats.org/officeDocument/2006/relationships/tags" Target="../tags/tag78.xml" /><Relationship Id="rId18" Type="http://schemas.openxmlformats.org/officeDocument/2006/relationships/tags" Target="../tags/tag83.xml" /><Relationship Id="rId3" Type="http://schemas.openxmlformats.org/officeDocument/2006/relationships/tags" Target="../tags/tag68.xml" /><Relationship Id="rId7" Type="http://schemas.openxmlformats.org/officeDocument/2006/relationships/tags" Target="../tags/tag72.xml" /><Relationship Id="rId12" Type="http://schemas.openxmlformats.org/officeDocument/2006/relationships/tags" Target="../tags/tag77.xml" /><Relationship Id="rId17" Type="http://schemas.openxmlformats.org/officeDocument/2006/relationships/tags" Target="../tags/tag82.xml" /><Relationship Id="rId2" Type="http://schemas.openxmlformats.org/officeDocument/2006/relationships/tags" Target="../tags/tag67.xml" /><Relationship Id="rId16" Type="http://schemas.openxmlformats.org/officeDocument/2006/relationships/tags" Target="../tags/tag81.xml" /><Relationship Id="rId20" Type="http://schemas.openxmlformats.org/officeDocument/2006/relationships/slideMaster" Target="../slideMasters/slideMaster2.xml" /><Relationship Id="rId1" Type="http://schemas.openxmlformats.org/officeDocument/2006/relationships/tags" Target="../tags/tag66.xml" /><Relationship Id="rId6" Type="http://schemas.openxmlformats.org/officeDocument/2006/relationships/tags" Target="../tags/tag71.xml" /><Relationship Id="rId11" Type="http://schemas.openxmlformats.org/officeDocument/2006/relationships/tags" Target="../tags/tag76.xml" /><Relationship Id="rId5" Type="http://schemas.openxmlformats.org/officeDocument/2006/relationships/tags" Target="../tags/tag70.xml" /><Relationship Id="rId15" Type="http://schemas.openxmlformats.org/officeDocument/2006/relationships/tags" Target="../tags/tag80.xml" /><Relationship Id="rId10" Type="http://schemas.openxmlformats.org/officeDocument/2006/relationships/tags" Target="../tags/tag75.xml" /><Relationship Id="rId19" Type="http://schemas.openxmlformats.org/officeDocument/2006/relationships/tags" Target="../tags/tag84.xml" /><Relationship Id="rId4" Type="http://schemas.openxmlformats.org/officeDocument/2006/relationships/tags" Target="../tags/tag69.xml" /><Relationship Id="rId9" Type="http://schemas.openxmlformats.org/officeDocument/2006/relationships/tags" Target="../tags/tag74.xml" /><Relationship Id="rId14" Type="http://schemas.openxmlformats.org/officeDocument/2006/relationships/tags" Target="../tags/tag79.xml" /></Relationships>
</file>

<file path=ppt/slideLayouts/_rels/slideLayout21.xml.rels><?xml version="1.0" encoding="UTF-8" standalone="yes"?>
<Relationships xmlns="http://schemas.openxmlformats.org/package/2006/relationships"><Relationship Id="rId13" Type="http://schemas.openxmlformats.org/officeDocument/2006/relationships/tags" Target="../tags/tag97.xml" /><Relationship Id="rId18" Type="http://schemas.openxmlformats.org/officeDocument/2006/relationships/tags" Target="../tags/tag102.xml" /><Relationship Id="rId26" Type="http://schemas.openxmlformats.org/officeDocument/2006/relationships/tags" Target="../tags/tag110.xml" /><Relationship Id="rId39" Type="http://schemas.openxmlformats.org/officeDocument/2006/relationships/tags" Target="../tags/tag123.xml" /><Relationship Id="rId21" Type="http://schemas.openxmlformats.org/officeDocument/2006/relationships/tags" Target="../tags/tag105.xml" /><Relationship Id="rId34" Type="http://schemas.openxmlformats.org/officeDocument/2006/relationships/tags" Target="../tags/tag118.xml" /><Relationship Id="rId42" Type="http://schemas.openxmlformats.org/officeDocument/2006/relationships/tags" Target="../tags/tag126.xml" /><Relationship Id="rId47" Type="http://schemas.openxmlformats.org/officeDocument/2006/relationships/tags" Target="../tags/tag131.xml" /><Relationship Id="rId50" Type="http://schemas.openxmlformats.org/officeDocument/2006/relationships/tags" Target="../tags/tag134.xml" /><Relationship Id="rId55" Type="http://schemas.openxmlformats.org/officeDocument/2006/relationships/tags" Target="../tags/tag139.xml" /><Relationship Id="rId63" Type="http://schemas.openxmlformats.org/officeDocument/2006/relationships/tags" Target="../tags/tag147.xml" /><Relationship Id="rId68" Type="http://schemas.openxmlformats.org/officeDocument/2006/relationships/tags" Target="../tags/tag152.xml" /><Relationship Id="rId7" Type="http://schemas.openxmlformats.org/officeDocument/2006/relationships/tags" Target="../tags/tag91.xml" /><Relationship Id="rId71" Type="http://schemas.openxmlformats.org/officeDocument/2006/relationships/tags" Target="../tags/tag155.xml" /><Relationship Id="rId2" Type="http://schemas.openxmlformats.org/officeDocument/2006/relationships/tags" Target="../tags/tag86.xml" /><Relationship Id="rId16" Type="http://schemas.openxmlformats.org/officeDocument/2006/relationships/tags" Target="../tags/tag100.xml" /><Relationship Id="rId29" Type="http://schemas.openxmlformats.org/officeDocument/2006/relationships/tags" Target="../tags/tag113.xml" /><Relationship Id="rId1" Type="http://schemas.openxmlformats.org/officeDocument/2006/relationships/tags" Target="../tags/tag85.xml" /><Relationship Id="rId6" Type="http://schemas.openxmlformats.org/officeDocument/2006/relationships/tags" Target="../tags/tag90.xml" /><Relationship Id="rId11" Type="http://schemas.openxmlformats.org/officeDocument/2006/relationships/tags" Target="../tags/tag95.xml" /><Relationship Id="rId24" Type="http://schemas.openxmlformats.org/officeDocument/2006/relationships/tags" Target="../tags/tag108.xml" /><Relationship Id="rId32" Type="http://schemas.openxmlformats.org/officeDocument/2006/relationships/tags" Target="../tags/tag116.xml" /><Relationship Id="rId37" Type="http://schemas.openxmlformats.org/officeDocument/2006/relationships/tags" Target="../tags/tag121.xml" /><Relationship Id="rId40" Type="http://schemas.openxmlformats.org/officeDocument/2006/relationships/tags" Target="../tags/tag124.xml" /><Relationship Id="rId45" Type="http://schemas.openxmlformats.org/officeDocument/2006/relationships/tags" Target="../tags/tag129.xml" /><Relationship Id="rId53" Type="http://schemas.openxmlformats.org/officeDocument/2006/relationships/tags" Target="../tags/tag137.xml" /><Relationship Id="rId58" Type="http://schemas.openxmlformats.org/officeDocument/2006/relationships/tags" Target="../tags/tag142.xml" /><Relationship Id="rId66" Type="http://schemas.openxmlformats.org/officeDocument/2006/relationships/tags" Target="../tags/tag150.xml" /><Relationship Id="rId5" Type="http://schemas.openxmlformats.org/officeDocument/2006/relationships/tags" Target="../tags/tag89.xml" /><Relationship Id="rId15" Type="http://schemas.openxmlformats.org/officeDocument/2006/relationships/tags" Target="../tags/tag99.xml" /><Relationship Id="rId23" Type="http://schemas.openxmlformats.org/officeDocument/2006/relationships/tags" Target="../tags/tag107.xml" /><Relationship Id="rId28" Type="http://schemas.openxmlformats.org/officeDocument/2006/relationships/tags" Target="../tags/tag112.xml" /><Relationship Id="rId36" Type="http://schemas.openxmlformats.org/officeDocument/2006/relationships/tags" Target="../tags/tag120.xml" /><Relationship Id="rId49" Type="http://schemas.openxmlformats.org/officeDocument/2006/relationships/tags" Target="../tags/tag133.xml" /><Relationship Id="rId57" Type="http://schemas.openxmlformats.org/officeDocument/2006/relationships/tags" Target="../tags/tag141.xml" /><Relationship Id="rId61" Type="http://schemas.openxmlformats.org/officeDocument/2006/relationships/tags" Target="../tags/tag145.xml" /><Relationship Id="rId10" Type="http://schemas.openxmlformats.org/officeDocument/2006/relationships/tags" Target="../tags/tag94.xml" /><Relationship Id="rId19" Type="http://schemas.openxmlformats.org/officeDocument/2006/relationships/tags" Target="../tags/tag103.xml" /><Relationship Id="rId31" Type="http://schemas.openxmlformats.org/officeDocument/2006/relationships/tags" Target="../tags/tag115.xml" /><Relationship Id="rId44" Type="http://schemas.openxmlformats.org/officeDocument/2006/relationships/tags" Target="../tags/tag128.xml" /><Relationship Id="rId52" Type="http://schemas.openxmlformats.org/officeDocument/2006/relationships/tags" Target="../tags/tag136.xml" /><Relationship Id="rId60" Type="http://schemas.openxmlformats.org/officeDocument/2006/relationships/tags" Target="../tags/tag144.xml" /><Relationship Id="rId65" Type="http://schemas.openxmlformats.org/officeDocument/2006/relationships/tags" Target="../tags/tag149.xml" /><Relationship Id="rId4" Type="http://schemas.openxmlformats.org/officeDocument/2006/relationships/tags" Target="../tags/tag88.xml" /><Relationship Id="rId9" Type="http://schemas.openxmlformats.org/officeDocument/2006/relationships/tags" Target="../tags/tag93.xml" /><Relationship Id="rId14" Type="http://schemas.openxmlformats.org/officeDocument/2006/relationships/tags" Target="../tags/tag98.xml" /><Relationship Id="rId22" Type="http://schemas.openxmlformats.org/officeDocument/2006/relationships/tags" Target="../tags/tag106.xml" /><Relationship Id="rId27" Type="http://schemas.openxmlformats.org/officeDocument/2006/relationships/tags" Target="../tags/tag111.xml" /><Relationship Id="rId30" Type="http://schemas.openxmlformats.org/officeDocument/2006/relationships/tags" Target="../tags/tag114.xml" /><Relationship Id="rId35" Type="http://schemas.openxmlformats.org/officeDocument/2006/relationships/tags" Target="../tags/tag119.xml" /><Relationship Id="rId43" Type="http://schemas.openxmlformats.org/officeDocument/2006/relationships/tags" Target="../tags/tag127.xml" /><Relationship Id="rId48" Type="http://schemas.openxmlformats.org/officeDocument/2006/relationships/tags" Target="../tags/tag132.xml" /><Relationship Id="rId56" Type="http://schemas.openxmlformats.org/officeDocument/2006/relationships/tags" Target="../tags/tag140.xml" /><Relationship Id="rId64" Type="http://schemas.openxmlformats.org/officeDocument/2006/relationships/tags" Target="../tags/tag148.xml" /><Relationship Id="rId69" Type="http://schemas.openxmlformats.org/officeDocument/2006/relationships/tags" Target="../tags/tag153.xml" /><Relationship Id="rId8" Type="http://schemas.openxmlformats.org/officeDocument/2006/relationships/tags" Target="../tags/tag92.xml" /><Relationship Id="rId51" Type="http://schemas.openxmlformats.org/officeDocument/2006/relationships/tags" Target="../tags/tag135.xml" /><Relationship Id="rId72" Type="http://schemas.openxmlformats.org/officeDocument/2006/relationships/slideMaster" Target="../slideMasters/slideMaster2.xml" /><Relationship Id="rId3" Type="http://schemas.openxmlformats.org/officeDocument/2006/relationships/tags" Target="../tags/tag87.xml" /><Relationship Id="rId12" Type="http://schemas.openxmlformats.org/officeDocument/2006/relationships/tags" Target="../tags/tag96.xml" /><Relationship Id="rId17" Type="http://schemas.openxmlformats.org/officeDocument/2006/relationships/tags" Target="../tags/tag101.xml" /><Relationship Id="rId25" Type="http://schemas.openxmlformats.org/officeDocument/2006/relationships/tags" Target="../tags/tag109.xml" /><Relationship Id="rId33" Type="http://schemas.openxmlformats.org/officeDocument/2006/relationships/tags" Target="../tags/tag117.xml" /><Relationship Id="rId38" Type="http://schemas.openxmlformats.org/officeDocument/2006/relationships/tags" Target="../tags/tag122.xml" /><Relationship Id="rId46" Type="http://schemas.openxmlformats.org/officeDocument/2006/relationships/tags" Target="../tags/tag130.xml" /><Relationship Id="rId59" Type="http://schemas.openxmlformats.org/officeDocument/2006/relationships/tags" Target="../tags/tag143.xml" /><Relationship Id="rId67" Type="http://schemas.openxmlformats.org/officeDocument/2006/relationships/tags" Target="../tags/tag151.xml" /><Relationship Id="rId20" Type="http://schemas.openxmlformats.org/officeDocument/2006/relationships/tags" Target="../tags/tag104.xml" /><Relationship Id="rId41" Type="http://schemas.openxmlformats.org/officeDocument/2006/relationships/tags" Target="../tags/tag125.xml" /><Relationship Id="rId54" Type="http://schemas.openxmlformats.org/officeDocument/2006/relationships/tags" Target="../tags/tag138.xml" /><Relationship Id="rId62" Type="http://schemas.openxmlformats.org/officeDocument/2006/relationships/tags" Target="../tags/tag146.xml" /><Relationship Id="rId70" Type="http://schemas.openxmlformats.org/officeDocument/2006/relationships/tags" Target="../tags/tag154.xml" 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63.xml" /><Relationship Id="rId13" Type="http://schemas.openxmlformats.org/officeDocument/2006/relationships/tags" Target="../tags/tag168.xml" /><Relationship Id="rId18" Type="http://schemas.openxmlformats.org/officeDocument/2006/relationships/tags" Target="../tags/tag173.xml" /><Relationship Id="rId3" Type="http://schemas.openxmlformats.org/officeDocument/2006/relationships/tags" Target="../tags/tag158.xml" /><Relationship Id="rId7" Type="http://schemas.openxmlformats.org/officeDocument/2006/relationships/tags" Target="../tags/tag162.xml" /><Relationship Id="rId12" Type="http://schemas.openxmlformats.org/officeDocument/2006/relationships/tags" Target="../tags/tag167.xml" /><Relationship Id="rId17" Type="http://schemas.openxmlformats.org/officeDocument/2006/relationships/tags" Target="../tags/tag172.xml" /><Relationship Id="rId2" Type="http://schemas.openxmlformats.org/officeDocument/2006/relationships/tags" Target="../tags/tag157.xml" /><Relationship Id="rId16" Type="http://schemas.openxmlformats.org/officeDocument/2006/relationships/tags" Target="../tags/tag171.xml" /><Relationship Id="rId1" Type="http://schemas.openxmlformats.org/officeDocument/2006/relationships/tags" Target="../tags/tag156.xml" /><Relationship Id="rId6" Type="http://schemas.openxmlformats.org/officeDocument/2006/relationships/tags" Target="../tags/tag161.xml" /><Relationship Id="rId11" Type="http://schemas.openxmlformats.org/officeDocument/2006/relationships/tags" Target="../tags/tag166.xml" /><Relationship Id="rId5" Type="http://schemas.openxmlformats.org/officeDocument/2006/relationships/tags" Target="../tags/tag160.xml" /><Relationship Id="rId15" Type="http://schemas.openxmlformats.org/officeDocument/2006/relationships/tags" Target="../tags/tag170.xml" /><Relationship Id="rId10" Type="http://schemas.openxmlformats.org/officeDocument/2006/relationships/tags" Target="../tags/tag165.xml" /><Relationship Id="rId19" Type="http://schemas.openxmlformats.org/officeDocument/2006/relationships/slideMaster" Target="../slideMasters/slideMaster2.xml" /><Relationship Id="rId4" Type="http://schemas.openxmlformats.org/officeDocument/2006/relationships/tags" Target="../tags/tag159.xml" /><Relationship Id="rId9" Type="http://schemas.openxmlformats.org/officeDocument/2006/relationships/tags" Target="../tags/tag164.xml" /><Relationship Id="rId14" Type="http://schemas.openxmlformats.org/officeDocument/2006/relationships/tags" Target="../tags/tag169.xml" 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 /><Relationship Id="rId13" Type="http://schemas.openxmlformats.org/officeDocument/2006/relationships/tags" Target="../tags/tag186.xml" /><Relationship Id="rId18" Type="http://schemas.openxmlformats.org/officeDocument/2006/relationships/slideMaster" Target="../slideMasters/slideMaster2.xml" /><Relationship Id="rId3" Type="http://schemas.openxmlformats.org/officeDocument/2006/relationships/tags" Target="../tags/tag176.xml" /><Relationship Id="rId7" Type="http://schemas.openxmlformats.org/officeDocument/2006/relationships/tags" Target="../tags/tag180.xml" /><Relationship Id="rId12" Type="http://schemas.openxmlformats.org/officeDocument/2006/relationships/tags" Target="../tags/tag185.xml" /><Relationship Id="rId17" Type="http://schemas.openxmlformats.org/officeDocument/2006/relationships/tags" Target="../tags/tag190.xml" /><Relationship Id="rId2" Type="http://schemas.openxmlformats.org/officeDocument/2006/relationships/tags" Target="../tags/tag175.xml" /><Relationship Id="rId16" Type="http://schemas.openxmlformats.org/officeDocument/2006/relationships/tags" Target="../tags/tag189.xml" /><Relationship Id="rId1" Type="http://schemas.openxmlformats.org/officeDocument/2006/relationships/tags" Target="../tags/tag174.xml" /><Relationship Id="rId6" Type="http://schemas.openxmlformats.org/officeDocument/2006/relationships/tags" Target="../tags/tag179.xml" /><Relationship Id="rId11" Type="http://schemas.openxmlformats.org/officeDocument/2006/relationships/tags" Target="../tags/tag184.xml" /><Relationship Id="rId5" Type="http://schemas.openxmlformats.org/officeDocument/2006/relationships/tags" Target="../tags/tag178.xml" /><Relationship Id="rId15" Type="http://schemas.openxmlformats.org/officeDocument/2006/relationships/tags" Target="../tags/tag188.xml" /><Relationship Id="rId10" Type="http://schemas.openxmlformats.org/officeDocument/2006/relationships/tags" Target="../tags/tag183.xml" /><Relationship Id="rId4" Type="http://schemas.openxmlformats.org/officeDocument/2006/relationships/tags" Target="../tags/tag177.xml" /><Relationship Id="rId9" Type="http://schemas.openxmlformats.org/officeDocument/2006/relationships/tags" Target="../tags/tag182.xml" /><Relationship Id="rId14" Type="http://schemas.openxmlformats.org/officeDocument/2006/relationships/tags" Target="../tags/tag187.xml" 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 /><Relationship Id="rId3" Type="http://schemas.openxmlformats.org/officeDocument/2006/relationships/tags" Target="../tags/tag201.xml" /><Relationship Id="rId7" Type="http://schemas.openxmlformats.org/officeDocument/2006/relationships/tags" Target="../tags/tag205.xml" /><Relationship Id="rId2" Type="http://schemas.openxmlformats.org/officeDocument/2006/relationships/tags" Target="../tags/tag200.xml" /><Relationship Id="rId1" Type="http://schemas.openxmlformats.org/officeDocument/2006/relationships/tags" Target="../tags/tag199.xml" /><Relationship Id="rId6" Type="http://schemas.openxmlformats.org/officeDocument/2006/relationships/tags" Target="../tags/tag204.xml" /><Relationship Id="rId5" Type="http://schemas.openxmlformats.org/officeDocument/2006/relationships/tags" Target="../tags/tag203.xml" /><Relationship Id="rId4" Type="http://schemas.openxmlformats.org/officeDocument/2006/relationships/tags" Target="../tags/tag202.xml" /><Relationship Id="rId9" Type="http://schemas.openxmlformats.org/officeDocument/2006/relationships/slideMaster" Target="../slideMasters/slideMaster3.xml" 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 /><Relationship Id="rId13" Type="http://schemas.openxmlformats.org/officeDocument/2006/relationships/tags" Target="../tags/tag219.xml" /><Relationship Id="rId3" Type="http://schemas.openxmlformats.org/officeDocument/2006/relationships/tags" Target="../tags/tag209.xml" /><Relationship Id="rId7" Type="http://schemas.openxmlformats.org/officeDocument/2006/relationships/tags" Target="../tags/tag213.xml" /><Relationship Id="rId12" Type="http://schemas.openxmlformats.org/officeDocument/2006/relationships/tags" Target="../tags/tag218.xml" /><Relationship Id="rId2" Type="http://schemas.openxmlformats.org/officeDocument/2006/relationships/tags" Target="../tags/tag208.xml" /><Relationship Id="rId1" Type="http://schemas.openxmlformats.org/officeDocument/2006/relationships/tags" Target="../tags/tag207.xml" /><Relationship Id="rId6" Type="http://schemas.openxmlformats.org/officeDocument/2006/relationships/tags" Target="../tags/tag212.xml" /><Relationship Id="rId11" Type="http://schemas.openxmlformats.org/officeDocument/2006/relationships/tags" Target="../tags/tag217.xml" /><Relationship Id="rId5" Type="http://schemas.openxmlformats.org/officeDocument/2006/relationships/tags" Target="../tags/tag211.xml" /><Relationship Id="rId15" Type="http://schemas.openxmlformats.org/officeDocument/2006/relationships/slideMaster" Target="../slideMasters/slideMaster3.xml" /><Relationship Id="rId10" Type="http://schemas.openxmlformats.org/officeDocument/2006/relationships/tags" Target="../tags/tag216.xml" /><Relationship Id="rId4" Type="http://schemas.openxmlformats.org/officeDocument/2006/relationships/tags" Target="../tags/tag210.xml" /><Relationship Id="rId9" Type="http://schemas.openxmlformats.org/officeDocument/2006/relationships/tags" Target="../tags/tag215.xml" /><Relationship Id="rId14" Type="http://schemas.openxmlformats.org/officeDocument/2006/relationships/tags" Target="../tags/tag220.xml" 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 /><Relationship Id="rId13" Type="http://schemas.openxmlformats.org/officeDocument/2006/relationships/tags" Target="../tags/tag233.xml" /><Relationship Id="rId3" Type="http://schemas.openxmlformats.org/officeDocument/2006/relationships/tags" Target="../tags/tag223.xml" /><Relationship Id="rId7" Type="http://schemas.openxmlformats.org/officeDocument/2006/relationships/tags" Target="../tags/tag227.xml" /><Relationship Id="rId12" Type="http://schemas.openxmlformats.org/officeDocument/2006/relationships/tags" Target="../tags/tag232.xml" /><Relationship Id="rId2" Type="http://schemas.openxmlformats.org/officeDocument/2006/relationships/tags" Target="../tags/tag222.xml" /><Relationship Id="rId1" Type="http://schemas.openxmlformats.org/officeDocument/2006/relationships/tags" Target="../tags/tag221.xml" /><Relationship Id="rId6" Type="http://schemas.openxmlformats.org/officeDocument/2006/relationships/tags" Target="../tags/tag226.xml" /><Relationship Id="rId11" Type="http://schemas.openxmlformats.org/officeDocument/2006/relationships/tags" Target="../tags/tag231.xml" /><Relationship Id="rId5" Type="http://schemas.openxmlformats.org/officeDocument/2006/relationships/tags" Target="../tags/tag225.xml" /><Relationship Id="rId10" Type="http://schemas.openxmlformats.org/officeDocument/2006/relationships/tags" Target="../tags/tag230.xml" /><Relationship Id="rId4" Type="http://schemas.openxmlformats.org/officeDocument/2006/relationships/tags" Target="../tags/tag224.xml" /><Relationship Id="rId9" Type="http://schemas.openxmlformats.org/officeDocument/2006/relationships/tags" Target="../tags/tag229.xml" /><Relationship Id="rId14" Type="http://schemas.openxmlformats.org/officeDocument/2006/relationships/slideMaster" Target="../slideMasters/slideMaster3.xml" 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 /><Relationship Id="rId13" Type="http://schemas.openxmlformats.org/officeDocument/2006/relationships/tags" Target="../tags/tag246.xml" /><Relationship Id="rId3" Type="http://schemas.openxmlformats.org/officeDocument/2006/relationships/tags" Target="../tags/tag236.xml" /><Relationship Id="rId7" Type="http://schemas.openxmlformats.org/officeDocument/2006/relationships/tags" Target="../tags/tag240.xml" /><Relationship Id="rId12" Type="http://schemas.openxmlformats.org/officeDocument/2006/relationships/tags" Target="../tags/tag245.xml" /><Relationship Id="rId2" Type="http://schemas.openxmlformats.org/officeDocument/2006/relationships/tags" Target="../tags/tag235.xml" /><Relationship Id="rId1" Type="http://schemas.openxmlformats.org/officeDocument/2006/relationships/tags" Target="../tags/tag234.xml" /><Relationship Id="rId6" Type="http://schemas.openxmlformats.org/officeDocument/2006/relationships/tags" Target="../tags/tag239.xml" /><Relationship Id="rId11" Type="http://schemas.openxmlformats.org/officeDocument/2006/relationships/tags" Target="../tags/tag244.xml" /><Relationship Id="rId5" Type="http://schemas.openxmlformats.org/officeDocument/2006/relationships/tags" Target="../tags/tag238.xml" /><Relationship Id="rId10" Type="http://schemas.openxmlformats.org/officeDocument/2006/relationships/tags" Target="../tags/tag243.xml" /><Relationship Id="rId4" Type="http://schemas.openxmlformats.org/officeDocument/2006/relationships/tags" Target="../tags/tag237.xml" /><Relationship Id="rId9" Type="http://schemas.openxmlformats.org/officeDocument/2006/relationships/tags" Target="../tags/tag242.xml" /><Relationship Id="rId14" Type="http://schemas.openxmlformats.org/officeDocument/2006/relationships/slideMaster" Target="../slideMasters/slideMaster3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5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  <p:sp>
        <p:nvSpPr>
          <p:cNvPr id="7" name="矩形: 圆角 6"/>
          <p:cNvSpPr/>
          <p:nvPr userDrawn="1">
            <p:custDataLst>
              <p:tags r:id="rId2"/>
            </p:custDataLst>
          </p:nvPr>
        </p:nvSpPr>
        <p:spPr>
          <a:xfrm>
            <a:off x="358423" y="270933"/>
            <a:ext cx="11475155" cy="6299200"/>
          </a:xfrm>
          <a:prstGeom prst="roundRect">
            <a:avLst>
              <a:gd name="adj" fmla="val 2097"/>
            </a:avLst>
          </a:prstGeom>
          <a:solidFill>
            <a:schemeClr val="bg2"/>
          </a:solidFill>
          <a:ln w="1270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37" name="Freeform 33"/>
          <p:cNvSpPr/>
          <p:nvPr userDrawn="1">
            <p:custDataLst>
              <p:tags r:id="rId3"/>
            </p:custDataLst>
          </p:nvPr>
        </p:nvSpPr>
        <p:spPr bwMode="auto">
          <a:xfrm>
            <a:off x="10802620" y="5755005"/>
            <a:ext cx="449580" cy="410845"/>
          </a:xfrm>
          <a:custGeom>
            <a:avLst/>
            <a:gdLst>
              <a:gd name="T0" fmla="*/ 0 w 135"/>
              <a:gd name="T1" fmla="*/ 81 h 123"/>
              <a:gd name="T2" fmla="*/ 13 w 135"/>
              <a:gd name="T3" fmla="*/ 123 h 123"/>
              <a:gd name="T4" fmla="*/ 24 w 135"/>
              <a:gd name="T5" fmla="*/ 42 h 123"/>
              <a:gd name="T6" fmla="*/ 26 w 135"/>
              <a:gd name="T7" fmla="*/ 37 h 123"/>
              <a:gd name="T8" fmla="*/ 31 w 135"/>
              <a:gd name="T9" fmla="*/ 34 h 123"/>
              <a:gd name="T10" fmla="*/ 130 w 135"/>
              <a:gd name="T11" fmla="*/ 0 h 123"/>
              <a:gd name="T12" fmla="*/ 134 w 135"/>
              <a:gd name="T13" fmla="*/ 1 h 123"/>
              <a:gd name="T14" fmla="*/ 135 w 135"/>
              <a:gd name="T15" fmla="*/ 4 h 123"/>
              <a:gd name="T16" fmla="*/ 134 w 135"/>
              <a:gd name="T17" fmla="*/ 1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" h="123">
                <a:moveTo>
                  <a:pt x="0" y="81"/>
                </a:moveTo>
                <a:cubicBezTo>
                  <a:pt x="3" y="96"/>
                  <a:pt x="7" y="110"/>
                  <a:pt x="13" y="123"/>
                </a:cubicBezTo>
                <a:cubicBezTo>
                  <a:pt x="17" y="96"/>
                  <a:pt x="21" y="69"/>
                  <a:pt x="24" y="42"/>
                </a:cubicBezTo>
                <a:cubicBezTo>
                  <a:pt x="25" y="40"/>
                  <a:pt x="25" y="38"/>
                  <a:pt x="26" y="37"/>
                </a:cubicBezTo>
                <a:cubicBezTo>
                  <a:pt x="27" y="35"/>
                  <a:pt x="29" y="35"/>
                  <a:pt x="31" y="34"/>
                </a:cubicBezTo>
                <a:cubicBezTo>
                  <a:pt x="63" y="21"/>
                  <a:pt x="96" y="10"/>
                  <a:pt x="130" y="0"/>
                </a:cubicBezTo>
                <a:cubicBezTo>
                  <a:pt x="131" y="0"/>
                  <a:pt x="133" y="0"/>
                  <a:pt x="134" y="1"/>
                </a:cubicBezTo>
                <a:cubicBezTo>
                  <a:pt x="135" y="2"/>
                  <a:pt x="135" y="3"/>
                  <a:pt x="135" y="4"/>
                </a:cubicBezTo>
                <a:cubicBezTo>
                  <a:pt x="135" y="9"/>
                  <a:pt x="134" y="14"/>
                  <a:pt x="134" y="19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8" name="Freeform 34"/>
          <p:cNvSpPr/>
          <p:nvPr userDrawn="1">
            <p:custDataLst>
              <p:tags r:id="rId4"/>
            </p:custDataLst>
          </p:nvPr>
        </p:nvSpPr>
        <p:spPr bwMode="auto">
          <a:xfrm>
            <a:off x="10988675" y="5886450"/>
            <a:ext cx="189865" cy="229870"/>
          </a:xfrm>
          <a:custGeom>
            <a:avLst/>
            <a:gdLst>
              <a:gd name="T0" fmla="*/ 0 w 57"/>
              <a:gd name="T1" fmla="*/ 15 h 69"/>
              <a:gd name="T2" fmla="*/ 10 w 57"/>
              <a:gd name="T3" fmla="*/ 3 h 69"/>
              <a:gd name="T4" fmla="*/ 24 w 57"/>
              <a:gd name="T5" fmla="*/ 3 h 69"/>
              <a:gd name="T6" fmla="*/ 26 w 57"/>
              <a:gd name="T7" fmla="*/ 24 h 69"/>
              <a:gd name="T8" fmla="*/ 4 w 57"/>
              <a:gd name="T9" fmla="*/ 69 h 69"/>
              <a:gd name="T10" fmla="*/ 57 w 57"/>
              <a:gd name="T11" fmla="*/ 56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9">
                <a:moveTo>
                  <a:pt x="0" y="15"/>
                </a:moveTo>
                <a:cubicBezTo>
                  <a:pt x="3" y="10"/>
                  <a:pt x="6" y="6"/>
                  <a:pt x="10" y="3"/>
                </a:cubicBezTo>
                <a:cubicBezTo>
                  <a:pt x="14" y="1"/>
                  <a:pt x="20" y="0"/>
                  <a:pt x="24" y="3"/>
                </a:cubicBezTo>
                <a:cubicBezTo>
                  <a:pt x="30" y="8"/>
                  <a:pt x="28" y="17"/>
                  <a:pt x="26" y="24"/>
                </a:cubicBezTo>
                <a:cubicBezTo>
                  <a:pt x="21" y="40"/>
                  <a:pt x="16" y="57"/>
                  <a:pt x="4" y="69"/>
                </a:cubicBezTo>
                <a:cubicBezTo>
                  <a:pt x="21" y="63"/>
                  <a:pt x="39" y="59"/>
                  <a:pt x="57" y="5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0" name="Freeform 46"/>
          <p:cNvSpPr/>
          <p:nvPr userDrawn="1">
            <p:custDataLst>
              <p:tags r:id="rId5"/>
            </p:custDataLst>
          </p:nvPr>
        </p:nvSpPr>
        <p:spPr bwMode="auto">
          <a:xfrm>
            <a:off x="10672445" y="717550"/>
            <a:ext cx="146050" cy="297815"/>
          </a:xfrm>
          <a:custGeom>
            <a:avLst/>
            <a:gdLst>
              <a:gd name="T0" fmla="*/ 0 w 38"/>
              <a:gd name="T1" fmla="*/ 31 h 77"/>
              <a:gd name="T2" fmla="*/ 38 w 38"/>
              <a:gd name="T3" fmla="*/ 0 h 77"/>
              <a:gd name="T4" fmla="*/ 17 w 38"/>
              <a:gd name="T5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" h="77">
                <a:moveTo>
                  <a:pt x="0" y="31"/>
                </a:moveTo>
                <a:cubicBezTo>
                  <a:pt x="13" y="21"/>
                  <a:pt x="25" y="11"/>
                  <a:pt x="38" y="0"/>
                </a:cubicBezTo>
                <a:cubicBezTo>
                  <a:pt x="31" y="26"/>
                  <a:pt x="24" y="52"/>
                  <a:pt x="17" y="77"/>
                </a:cubicBezTo>
              </a:path>
            </a:pathLst>
          </a:custGeom>
          <a:noFill/>
          <a:ln w="17463" cap="flat">
            <a:solidFill>
              <a:srgbClr val="FFFFFF">
                <a:alpha val="31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1" name="Freeform 47"/>
          <p:cNvSpPr/>
          <p:nvPr userDrawn="1">
            <p:custDataLst>
              <p:tags r:id="rId6"/>
            </p:custDataLst>
          </p:nvPr>
        </p:nvSpPr>
        <p:spPr bwMode="auto">
          <a:xfrm>
            <a:off x="10892155" y="922020"/>
            <a:ext cx="146050" cy="19685"/>
          </a:xfrm>
          <a:custGeom>
            <a:avLst/>
            <a:gdLst>
              <a:gd name="T0" fmla="*/ 0 w 38"/>
              <a:gd name="T1" fmla="*/ 0 h 5"/>
              <a:gd name="T2" fmla="*/ 38 w 38"/>
              <a:gd name="T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" h="5">
                <a:moveTo>
                  <a:pt x="0" y="0"/>
                </a:moveTo>
                <a:cubicBezTo>
                  <a:pt x="13" y="1"/>
                  <a:pt x="26" y="2"/>
                  <a:pt x="38" y="5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2" name="Freeform 48"/>
          <p:cNvSpPr/>
          <p:nvPr userDrawn="1">
            <p:custDataLst>
              <p:tags r:id="rId7"/>
            </p:custDataLst>
          </p:nvPr>
        </p:nvSpPr>
        <p:spPr bwMode="auto">
          <a:xfrm>
            <a:off x="10950575" y="852805"/>
            <a:ext cx="26670" cy="127635"/>
          </a:xfrm>
          <a:custGeom>
            <a:avLst/>
            <a:gdLst>
              <a:gd name="T0" fmla="*/ 7 w 7"/>
              <a:gd name="T1" fmla="*/ 0 h 33"/>
              <a:gd name="T2" fmla="*/ 0 w 7"/>
              <a:gd name="T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" h="33">
                <a:moveTo>
                  <a:pt x="7" y="0"/>
                </a:moveTo>
                <a:cubicBezTo>
                  <a:pt x="5" y="11"/>
                  <a:pt x="2" y="22"/>
                  <a:pt x="0" y="33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3" name="Freeform 49"/>
          <p:cNvSpPr/>
          <p:nvPr userDrawn="1">
            <p:custDataLst>
              <p:tags r:id="rId8"/>
            </p:custDataLst>
          </p:nvPr>
        </p:nvSpPr>
        <p:spPr bwMode="auto">
          <a:xfrm>
            <a:off x="11092815" y="775970"/>
            <a:ext cx="180975" cy="281940"/>
          </a:xfrm>
          <a:custGeom>
            <a:avLst/>
            <a:gdLst>
              <a:gd name="T0" fmla="*/ 14 w 47"/>
              <a:gd name="T1" fmla="*/ 8 h 73"/>
              <a:gd name="T2" fmla="*/ 27 w 47"/>
              <a:gd name="T3" fmla="*/ 1 h 73"/>
              <a:gd name="T4" fmla="*/ 41 w 47"/>
              <a:gd name="T5" fmla="*/ 6 h 73"/>
              <a:gd name="T6" fmla="*/ 40 w 47"/>
              <a:gd name="T7" fmla="*/ 22 h 73"/>
              <a:gd name="T8" fmla="*/ 0 w 47"/>
              <a:gd name="T9" fmla="*/ 70 h 73"/>
              <a:gd name="T10" fmla="*/ 47 w 47"/>
              <a:gd name="T11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73">
                <a:moveTo>
                  <a:pt x="14" y="8"/>
                </a:moveTo>
                <a:cubicBezTo>
                  <a:pt x="18" y="5"/>
                  <a:pt x="22" y="2"/>
                  <a:pt x="27" y="1"/>
                </a:cubicBezTo>
                <a:cubicBezTo>
                  <a:pt x="32" y="0"/>
                  <a:pt x="38" y="2"/>
                  <a:pt x="41" y="6"/>
                </a:cubicBezTo>
                <a:cubicBezTo>
                  <a:pt x="44" y="11"/>
                  <a:pt x="42" y="17"/>
                  <a:pt x="40" y="22"/>
                </a:cubicBezTo>
                <a:cubicBezTo>
                  <a:pt x="31" y="41"/>
                  <a:pt x="17" y="58"/>
                  <a:pt x="0" y="70"/>
                </a:cubicBezTo>
                <a:cubicBezTo>
                  <a:pt x="16" y="71"/>
                  <a:pt x="31" y="72"/>
                  <a:pt x="47" y="73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" name="Freeform 35"/>
          <p:cNvSpPr/>
          <p:nvPr userDrawn="1">
            <p:custDataLst>
              <p:tags r:id="rId9"/>
            </p:custDataLst>
          </p:nvPr>
        </p:nvSpPr>
        <p:spPr bwMode="auto">
          <a:xfrm>
            <a:off x="746125" y="629285"/>
            <a:ext cx="136525" cy="345440"/>
          </a:xfrm>
          <a:custGeom>
            <a:avLst/>
            <a:gdLst>
              <a:gd name="T0" fmla="*/ 61 w 61"/>
              <a:gd name="T1" fmla="*/ 0 h 154"/>
              <a:gd name="T2" fmla="*/ 9 w 61"/>
              <a:gd name="T3" fmla="*/ 68 h 154"/>
              <a:gd name="T4" fmla="*/ 11 w 61"/>
              <a:gd name="T5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" h="154">
                <a:moveTo>
                  <a:pt x="61" y="0"/>
                </a:moveTo>
                <a:cubicBezTo>
                  <a:pt x="34" y="16"/>
                  <a:pt x="16" y="41"/>
                  <a:pt x="9" y="68"/>
                </a:cubicBezTo>
                <a:cubicBezTo>
                  <a:pt x="1" y="96"/>
                  <a:pt x="0" y="124"/>
                  <a:pt x="11" y="154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0" name="Freeform 36"/>
          <p:cNvSpPr/>
          <p:nvPr userDrawn="1">
            <p:custDataLst>
              <p:tags r:id="rId10"/>
            </p:custDataLst>
          </p:nvPr>
        </p:nvSpPr>
        <p:spPr bwMode="auto">
          <a:xfrm>
            <a:off x="1245870" y="777240"/>
            <a:ext cx="136525" cy="345440"/>
          </a:xfrm>
          <a:custGeom>
            <a:avLst/>
            <a:gdLst>
              <a:gd name="T0" fmla="*/ 0 w 61"/>
              <a:gd name="T1" fmla="*/ 154 h 154"/>
              <a:gd name="T2" fmla="*/ 52 w 61"/>
              <a:gd name="T3" fmla="*/ 86 h 154"/>
              <a:gd name="T4" fmla="*/ 50 w 61"/>
              <a:gd name="T5" fmla="*/ 0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" h="154">
                <a:moveTo>
                  <a:pt x="0" y="154"/>
                </a:moveTo>
                <a:cubicBezTo>
                  <a:pt x="27" y="138"/>
                  <a:pt x="45" y="113"/>
                  <a:pt x="52" y="86"/>
                </a:cubicBezTo>
                <a:cubicBezTo>
                  <a:pt x="60" y="59"/>
                  <a:pt x="61" y="30"/>
                  <a:pt x="50" y="0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" name="Freeform 37"/>
          <p:cNvSpPr/>
          <p:nvPr userDrawn="1">
            <p:custDataLst>
              <p:tags r:id="rId11"/>
            </p:custDataLst>
          </p:nvPr>
        </p:nvSpPr>
        <p:spPr bwMode="auto">
          <a:xfrm>
            <a:off x="810895" y="725805"/>
            <a:ext cx="148590" cy="214630"/>
          </a:xfrm>
          <a:custGeom>
            <a:avLst/>
            <a:gdLst>
              <a:gd name="T0" fmla="*/ 0 w 66"/>
              <a:gd name="T1" fmla="*/ 85 h 96"/>
              <a:gd name="T2" fmla="*/ 58 w 66"/>
              <a:gd name="T3" fmla="*/ 0 h 96"/>
              <a:gd name="T4" fmla="*/ 66 w 66"/>
              <a:gd name="T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6" h="96">
                <a:moveTo>
                  <a:pt x="0" y="85"/>
                </a:moveTo>
                <a:cubicBezTo>
                  <a:pt x="19" y="56"/>
                  <a:pt x="39" y="28"/>
                  <a:pt x="58" y="0"/>
                </a:cubicBezTo>
                <a:cubicBezTo>
                  <a:pt x="61" y="32"/>
                  <a:pt x="64" y="64"/>
                  <a:pt x="66" y="9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0" name="Freeform 38"/>
          <p:cNvSpPr/>
          <p:nvPr userDrawn="1">
            <p:custDataLst>
              <p:tags r:id="rId12"/>
            </p:custDataLst>
          </p:nvPr>
        </p:nvSpPr>
        <p:spPr bwMode="auto">
          <a:xfrm>
            <a:off x="876300" y="821690"/>
            <a:ext cx="74295" cy="13970"/>
          </a:xfrm>
          <a:custGeom>
            <a:avLst/>
            <a:gdLst>
              <a:gd name="T0" fmla="*/ 0 w 33"/>
              <a:gd name="T1" fmla="*/ 0 h 6"/>
              <a:gd name="T2" fmla="*/ 33 w 33"/>
              <a:gd name="T3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3" h="6">
                <a:moveTo>
                  <a:pt x="0" y="0"/>
                </a:moveTo>
                <a:cubicBezTo>
                  <a:pt x="11" y="1"/>
                  <a:pt x="22" y="3"/>
                  <a:pt x="33" y="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3" name="Freeform 39"/>
          <p:cNvSpPr/>
          <p:nvPr userDrawn="1">
            <p:custDataLst>
              <p:tags r:id="rId13"/>
            </p:custDataLst>
          </p:nvPr>
        </p:nvSpPr>
        <p:spPr bwMode="auto">
          <a:xfrm>
            <a:off x="1035050" y="857885"/>
            <a:ext cx="78740" cy="20320"/>
          </a:xfrm>
          <a:custGeom>
            <a:avLst/>
            <a:gdLst>
              <a:gd name="T0" fmla="*/ 0 w 35"/>
              <a:gd name="T1" fmla="*/ 0 h 9"/>
              <a:gd name="T2" fmla="*/ 35 w 35"/>
              <a:gd name="T3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5" h="9">
                <a:moveTo>
                  <a:pt x="0" y="0"/>
                </a:moveTo>
                <a:cubicBezTo>
                  <a:pt x="12" y="3"/>
                  <a:pt x="23" y="6"/>
                  <a:pt x="35" y="9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4" name="Freeform 40"/>
          <p:cNvSpPr/>
          <p:nvPr userDrawn="1">
            <p:custDataLst>
              <p:tags r:id="rId14"/>
            </p:custDataLst>
          </p:nvPr>
        </p:nvSpPr>
        <p:spPr bwMode="auto">
          <a:xfrm>
            <a:off x="1062355" y="831215"/>
            <a:ext cx="17780" cy="92075"/>
          </a:xfrm>
          <a:custGeom>
            <a:avLst/>
            <a:gdLst>
              <a:gd name="T0" fmla="*/ 8 w 8"/>
              <a:gd name="T1" fmla="*/ 0 h 41"/>
              <a:gd name="T2" fmla="*/ 0 w 8"/>
              <a:gd name="T3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41">
                <a:moveTo>
                  <a:pt x="8" y="0"/>
                </a:moveTo>
                <a:cubicBezTo>
                  <a:pt x="5" y="14"/>
                  <a:pt x="2" y="27"/>
                  <a:pt x="0" y="41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2" name="Freeform 41"/>
          <p:cNvSpPr/>
          <p:nvPr userDrawn="1">
            <p:custDataLst>
              <p:tags r:id="rId15"/>
            </p:custDataLst>
          </p:nvPr>
        </p:nvSpPr>
        <p:spPr bwMode="auto">
          <a:xfrm>
            <a:off x="1141095" y="795655"/>
            <a:ext cx="138430" cy="221615"/>
          </a:xfrm>
          <a:custGeom>
            <a:avLst/>
            <a:gdLst>
              <a:gd name="T0" fmla="*/ 0 w 62"/>
              <a:gd name="T1" fmla="*/ 89 h 99"/>
              <a:gd name="T2" fmla="*/ 24 w 62"/>
              <a:gd name="T3" fmla="*/ 0 h 99"/>
              <a:gd name="T4" fmla="*/ 53 w 62"/>
              <a:gd name="T5" fmla="*/ 10 h 99"/>
              <a:gd name="T6" fmla="*/ 54 w 62"/>
              <a:gd name="T7" fmla="*/ 38 h 99"/>
              <a:gd name="T8" fmla="*/ 38 w 62"/>
              <a:gd name="T9" fmla="*/ 43 h 99"/>
              <a:gd name="T10" fmla="*/ 60 w 62"/>
              <a:gd name="T11" fmla="*/ 68 h 99"/>
              <a:gd name="T12" fmla="*/ 55 w 62"/>
              <a:gd name="T13" fmla="*/ 81 h 99"/>
              <a:gd name="T14" fmla="*/ 40 w 62"/>
              <a:gd name="T15" fmla="*/ 96 h 99"/>
              <a:gd name="T16" fmla="*/ 19 w 62"/>
              <a:gd name="T17" fmla="*/ 95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2" h="99">
                <a:moveTo>
                  <a:pt x="0" y="89"/>
                </a:moveTo>
                <a:cubicBezTo>
                  <a:pt x="9" y="60"/>
                  <a:pt x="17" y="30"/>
                  <a:pt x="24" y="0"/>
                </a:cubicBezTo>
                <a:cubicBezTo>
                  <a:pt x="34" y="0"/>
                  <a:pt x="46" y="2"/>
                  <a:pt x="53" y="10"/>
                </a:cubicBezTo>
                <a:cubicBezTo>
                  <a:pt x="61" y="17"/>
                  <a:pt x="62" y="32"/>
                  <a:pt x="54" y="38"/>
                </a:cubicBezTo>
                <a:cubicBezTo>
                  <a:pt x="49" y="42"/>
                  <a:pt x="44" y="42"/>
                  <a:pt x="38" y="43"/>
                </a:cubicBezTo>
                <a:cubicBezTo>
                  <a:pt x="50" y="46"/>
                  <a:pt x="60" y="56"/>
                  <a:pt x="60" y="68"/>
                </a:cubicBezTo>
                <a:cubicBezTo>
                  <a:pt x="59" y="73"/>
                  <a:pt x="58" y="77"/>
                  <a:pt x="55" y="81"/>
                </a:cubicBezTo>
                <a:cubicBezTo>
                  <a:pt x="52" y="88"/>
                  <a:pt x="46" y="93"/>
                  <a:pt x="40" y="96"/>
                </a:cubicBezTo>
                <a:cubicBezTo>
                  <a:pt x="33" y="99"/>
                  <a:pt x="25" y="99"/>
                  <a:pt x="19" y="95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3" name="Freeform 42"/>
          <p:cNvSpPr/>
          <p:nvPr userDrawn="1">
            <p:custDataLst>
              <p:tags r:id="rId16"/>
            </p:custDataLst>
          </p:nvPr>
        </p:nvSpPr>
        <p:spPr bwMode="auto">
          <a:xfrm>
            <a:off x="1411605" y="743585"/>
            <a:ext cx="40640" cy="67310"/>
          </a:xfrm>
          <a:custGeom>
            <a:avLst/>
            <a:gdLst>
              <a:gd name="T0" fmla="*/ 1 w 18"/>
              <a:gd name="T1" fmla="*/ 5 h 30"/>
              <a:gd name="T2" fmla="*/ 12 w 18"/>
              <a:gd name="T3" fmla="*/ 1 h 30"/>
              <a:gd name="T4" fmla="*/ 17 w 18"/>
              <a:gd name="T5" fmla="*/ 10 h 30"/>
              <a:gd name="T6" fmla="*/ 14 w 18"/>
              <a:gd name="T7" fmla="*/ 14 h 30"/>
              <a:gd name="T8" fmla="*/ 0 w 18"/>
              <a:gd name="T9" fmla="*/ 27 h 30"/>
              <a:gd name="T10" fmla="*/ 15 w 18"/>
              <a:gd name="T11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30">
                <a:moveTo>
                  <a:pt x="1" y="5"/>
                </a:moveTo>
                <a:cubicBezTo>
                  <a:pt x="4" y="2"/>
                  <a:pt x="8" y="0"/>
                  <a:pt x="12" y="1"/>
                </a:cubicBezTo>
                <a:cubicBezTo>
                  <a:pt x="15" y="2"/>
                  <a:pt x="18" y="6"/>
                  <a:pt x="17" y="10"/>
                </a:cubicBezTo>
                <a:cubicBezTo>
                  <a:pt x="17" y="11"/>
                  <a:pt x="15" y="12"/>
                  <a:pt x="14" y="14"/>
                </a:cubicBezTo>
                <a:cubicBezTo>
                  <a:pt x="10" y="18"/>
                  <a:pt x="5" y="23"/>
                  <a:pt x="0" y="27"/>
                </a:cubicBezTo>
                <a:cubicBezTo>
                  <a:pt x="5" y="27"/>
                  <a:pt x="10" y="28"/>
                  <a:pt x="15" y="30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17"/>
            </p:custDataLst>
          </p:nvPr>
        </p:nvSpPr>
        <p:spPr>
          <a:xfrm>
            <a:off x="5132387" y="620762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Title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2026/7/12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Click to edit Master text styles</a:t>
            </a:r>
          </a:p>
          <a:p>
            <a:pPr lvl="1"/>
            <a:r>
              <a:rPr lang="zh-CN" altLang="en-US"/>
              <a:t>Second level</a:t>
            </a:r>
          </a:p>
          <a:p>
            <a:pPr lvl="2"/>
            <a:r>
              <a:rPr lang="zh-CN" altLang="en-US"/>
              <a:t>Third level</a:t>
            </a:r>
          </a:p>
          <a:p>
            <a:pPr lvl="3"/>
            <a:r>
              <a:rPr lang="zh-CN" altLang="en-US"/>
              <a:t>Fourth level</a:t>
            </a:r>
          </a:p>
          <a:p>
            <a:pPr lvl="4"/>
            <a:r>
              <a:rPr lang="zh-CN" alt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Please Enter Your Sub Title Here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Slide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2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5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  <p:sp>
        <p:nvSpPr>
          <p:cNvPr id="2" name="矩形: 圆角 6"/>
          <p:cNvSpPr/>
          <p:nvPr userDrawn="1">
            <p:custDataLst>
              <p:tags r:id="rId2"/>
            </p:custDataLst>
          </p:nvPr>
        </p:nvSpPr>
        <p:spPr>
          <a:xfrm>
            <a:off x="285433" y="271145"/>
            <a:ext cx="11621135" cy="6299200"/>
          </a:xfrm>
          <a:prstGeom prst="roundRect">
            <a:avLst>
              <a:gd name="adj" fmla="val 2097"/>
            </a:avLst>
          </a:prstGeom>
          <a:solidFill>
            <a:schemeClr val="bg2"/>
          </a:solidFill>
          <a:ln w="1270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37" name="Freeform 33"/>
          <p:cNvSpPr/>
          <p:nvPr userDrawn="1">
            <p:custDataLst>
              <p:tags r:id="rId3"/>
            </p:custDataLst>
          </p:nvPr>
        </p:nvSpPr>
        <p:spPr bwMode="auto">
          <a:xfrm>
            <a:off x="10802620" y="5755005"/>
            <a:ext cx="449580" cy="410845"/>
          </a:xfrm>
          <a:custGeom>
            <a:avLst/>
            <a:gdLst>
              <a:gd name="T0" fmla="*/ 0 w 135"/>
              <a:gd name="T1" fmla="*/ 81 h 123"/>
              <a:gd name="T2" fmla="*/ 13 w 135"/>
              <a:gd name="T3" fmla="*/ 123 h 123"/>
              <a:gd name="T4" fmla="*/ 24 w 135"/>
              <a:gd name="T5" fmla="*/ 42 h 123"/>
              <a:gd name="T6" fmla="*/ 26 w 135"/>
              <a:gd name="T7" fmla="*/ 37 h 123"/>
              <a:gd name="T8" fmla="*/ 31 w 135"/>
              <a:gd name="T9" fmla="*/ 34 h 123"/>
              <a:gd name="T10" fmla="*/ 130 w 135"/>
              <a:gd name="T11" fmla="*/ 0 h 123"/>
              <a:gd name="T12" fmla="*/ 134 w 135"/>
              <a:gd name="T13" fmla="*/ 1 h 123"/>
              <a:gd name="T14" fmla="*/ 135 w 135"/>
              <a:gd name="T15" fmla="*/ 4 h 123"/>
              <a:gd name="T16" fmla="*/ 134 w 135"/>
              <a:gd name="T17" fmla="*/ 1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" h="123">
                <a:moveTo>
                  <a:pt x="0" y="81"/>
                </a:moveTo>
                <a:cubicBezTo>
                  <a:pt x="3" y="96"/>
                  <a:pt x="7" y="110"/>
                  <a:pt x="13" y="123"/>
                </a:cubicBezTo>
                <a:cubicBezTo>
                  <a:pt x="17" y="96"/>
                  <a:pt x="21" y="69"/>
                  <a:pt x="24" y="42"/>
                </a:cubicBezTo>
                <a:cubicBezTo>
                  <a:pt x="25" y="40"/>
                  <a:pt x="25" y="38"/>
                  <a:pt x="26" y="37"/>
                </a:cubicBezTo>
                <a:cubicBezTo>
                  <a:pt x="27" y="35"/>
                  <a:pt x="29" y="35"/>
                  <a:pt x="31" y="34"/>
                </a:cubicBezTo>
                <a:cubicBezTo>
                  <a:pt x="63" y="21"/>
                  <a:pt x="96" y="10"/>
                  <a:pt x="130" y="0"/>
                </a:cubicBezTo>
                <a:cubicBezTo>
                  <a:pt x="131" y="0"/>
                  <a:pt x="133" y="0"/>
                  <a:pt x="134" y="1"/>
                </a:cubicBezTo>
                <a:cubicBezTo>
                  <a:pt x="135" y="2"/>
                  <a:pt x="135" y="3"/>
                  <a:pt x="135" y="4"/>
                </a:cubicBezTo>
                <a:cubicBezTo>
                  <a:pt x="135" y="9"/>
                  <a:pt x="134" y="14"/>
                  <a:pt x="134" y="19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8" name="Freeform 34"/>
          <p:cNvSpPr/>
          <p:nvPr userDrawn="1">
            <p:custDataLst>
              <p:tags r:id="rId4"/>
            </p:custDataLst>
          </p:nvPr>
        </p:nvSpPr>
        <p:spPr bwMode="auto">
          <a:xfrm>
            <a:off x="10988675" y="5886450"/>
            <a:ext cx="189865" cy="229870"/>
          </a:xfrm>
          <a:custGeom>
            <a:avLst/>
            <a:gdLst>
              <a:gd name="T0" fmla="*/ 0 w 57"/>
              <a:gd name="T1" fmla="*/ 15 h 69"/>
              <a:gd name="T2" fmla="*/ 10 w 57"/>
              <a:gd name="T3" fmla="*/ 3 h 69"/>
              <a:gd name="T4" fmla="*/ 24 w 57"/>
              <a:gd name="T5" fmla="*/ 3 h 69"/>
              <a:gd name="T6" fmla="*/ 26 w 57"/>
              <a:gd name="T7" fmla="*/ 24 h 69"/>
              <a:gd name="T8" fmla="*/ 4 w 57"/>
              <a:gd name="T9" fmla="*/ 69 h 69"/>
              <a:gd name="T10" fmla="*/ 57 w 57"/>
              <a:gd name="T11" fmla="*/ 56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9">
                <a:moveTo>
                  <a:pt x="0" y="15"/>
                </a:moveTo>
                <a:cubicBezTo>
                  <a:pt x="3" y="10"/>
                  <a:pt x="6" y="6"/>
                  <a:pt x="10" y="3"/>
                </a:cubicBezTo>
                <a:cubicBezTo>
                  <a:pt x="14" y="1"/>
                  <a:pt x="20" y="0"/>
                  <a:pt x="24" y="3"/>
                </a:cubicBezTo>
                <a:cubicBezTo>
                  <a:pt x="30" y="8"/>
                  <a:pt x="28" y="17"/>
                  <a:pt x="26" y="24"/>
                </a:cubicBezTo>
                <a:cubicBezTo>
                  <a:pt x="21" y="40"/>
                  <a:pt x="16" y="57"/>
                  <a:pt x="4" y="69"/>
                </a:cubicBezTo>
                <a:cubicBezTo>
                  <a:pt x="21" y="63"/>
                  <a:pt x="39" y="59"/>
                  <a:pt x="57" y="5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9" name="Freeform 35"/>
          <p:cNvSpPr/>
          <p:nvPr userDrawn="1">
            <p:custDataLst>
              <p:tags r:id="rId5"/>
            </p:custDataLst>
          </p:nvPr>
        </p:nvSpPr>
        <p:spPr bwMode="auto">
          <a:xfrm>
            <a:off x="746125" y="629285"/>
            <a:ext cx="136525" cy="345440"/>
          </a:xfrm>
          <a:custGeom>
            <a:avLst/>
            <a:gdLst>
              <a:gd name="T0" fmla="*/ 61 w 61"/>
              <a:gd name="T1" fmla="*/ 0 h 154"/>
              <a:gd name="T2" fmla="*/ 9 w 61"/>
              <a:gd name="T3" fmla="*/ 68 h 154"/>
              <a:gd name="T4" fmla="*/ 11 w 61"/>
              <a:gd name="T5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" h="154">
                <a:moveTo>
                  <a:pt x="61" y="0"/>
                </a:moveTo>
                <a:cubicBezTo>
                  <a:pt x="34" y="16"/>
                  <a:pt x="16" y="41"/>
                  <a:pt x="9" y="68"/>
                </a:cubicBezTo>
                <a:cubicBezTo>
                  <a:pt x="1" y="96"/>
                  <a:pt x="0" y="124"/>
                  <a:pt x="11" y="154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0" name="Freeform 36"/>
          <p:cNvSpPr/>
          <p:nvPr userDrawn="1">
            <p:custDataLst>
              <p:tags r:id="rId6"/>
            </p:custDataLst>
          </p:nvPr>
        </p:nvSpPr>
        <p:spPr bwMode="auto">
          <a:xfrm>
            <a:off x="1245870" y="777240"/>
            <a:ext cx="136525" cy="345440"/>
          </a:xfrm>
          <a:custGeom>
            <a:avLst/>
            <a:gdLst>
              <a:gd name="T0" fmla="*/ 0 w 61"/>
              <a:gd name="T1" fmla="*/ 154 h 154"/>
              <a:gd name="T2" fmla="*/ 52 w 61"/>
              <a:gd name="T3" fmla="*/ 86 h 154"/>
              <a:gd name="T4" fmla="*/ 50 w 61"/>
              <a:gd name="T5" fmla="*/ 0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" h="154">
                <a:moveTo>
                  <a:pt x="0" y="154"/>
                </a:moveTo>
                <a:cubicBezTo>
                  <a:pt x="27" y="138"/>
                  <a:pt x="45" y="113"/>
                  <a:pt x="52" y="86"/>
                </a:cubicBezTo>
                <a:cubicBezTo>
                  <a:pt x="60" y="59"/>
                  <a:pt x="61" y="30"/>
                  <a:pt x="50" y="0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1" name="Freeform 37"/>
          <p:cNvSpPr/>
          <p:nvPr userDrawn="1">
            <p:custDataLst>
              <p:tags r:id="rId7"/>
            </p:custDataLst>
          </p:nvPr>
        </p:nvSpPr>
        <p:spPr bwMode="auto">
          <a:xfrm>
            <a:off x="810895" y="725805"/>
            <a:ext cx="148590" cy="214630"/>
          </a:xfrm>
          <a:custGeom>
            <a:avLst/>
            <a:gdLst>
              <a:gd name="T0" fmla="*/ 0 w 66"/>
              <a:gd name="T1" fmla="*/ 85 h 96"/>
              <a:gd name="T2" fmla="*/ 58 w 66"/>
              <a:gd name="T3" fmla="*/ 0 h 96"/>
              <a:gd name="T4" fmla="*/ 66 w 66"/>
              <a:gd name="T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6" h="96">
                <a:moveTo>
                  <a:pt x="0" y="85"/>
                </a:moveTo>
                <a:cubicBezTo>
                  <a:pt x="19" y="56"/>
                  <a:pt x="39" y="28"/>
                  <a:pt x="58" y="0"/>
                </a:cubicBezTo>
                <a:cubicBezTo>
                  <a:pt x="61" y="32"/>
                  <a:pt x="64" y="64"/>
                  <a:pt x="66" y="9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2" name="Freeform 38"/>
          <p:cNvSpPr/>
          <p:nvPr userDrawn="1">
            <p:custDataLst>
              <p:tags r:id="rId8"/>
            </p:custDataLst>
          </p:nvPr>
        </p:nvSpPr>
        <p:spPr bwMode="auto">
          <a:xfrm>
            <a:off x="876300" y="821690"/>
            <a:ext cx="74295" cy="13970"/>
          </a:xfrm>
          <a:custGeom>
            <a:avLst/>
            <a:gdLst>
              <a:gd name="T0" fmla="*/ 0 w 33"/>
              <a:gd name="T1" fmla="*/ 0 h 6"/>
              <a:gd name="T2" fmla="*/ 33 w 33"/>
              <a:gd name="T3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3" h="6">
                <a:moveTo>
                  <a:pt x="0" y="0"/>
                </a:moveTo>
                <a:cubicBezTo>
                  <a:pt x="11" y="1"/>
                  <a:pt x="22" y="3"/>
                  <a:pt x="33" y="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3" name="Freeform 39"/>
          <p:cNvSpPr/>
          <p:nvPr userDrawn="1">
            <p:custDataLst>
              <p:tags r:id="rId9"/>
            </p:custDataLst>
          </p:nvPr>
        </p:nvSpPr>
        <p:spPr bwMode="auto">
          <a:xfrm>
            <a:off x="1035050" y="857885"/>
            <a:ext cx="78740" cy="20320"/>
          </a:xfrm>
          <a:custGeom>
            <a:avLst/>
            <a:gdLst>
              <a:gd name="T0" fmla="*/ 0 w 35"/>
              <a:gd name="T1" fmla="*/ 0 h 9"/>
              <a:gd name="T2" fmla="*/ 35 w 35"/>
              <a:gd name="T3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5" h="9">
                <a:moveTo>
                  <a:pt x="0" y="0"/>
                </a:moveTo>
                <a:cubicBezTo>
                  <a:pt x="12" y="3"/>
                  <a:pt x="23" y="6"/>
                  <a:pt x="35" y="9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4" name="Freeform 40"/>
          <p:cNvSpPr/>
          <p:nvPr userDrawn="1">
            <p:custDataLst>
              <p:tags r:id="rId10"/>
            </p:custDataLst>
          </p:nvPr>
        </p:nvSpPr>
        <p:spPr bwMode="auto">
          <a:xfrm>
            <a:off x="1062355" y="831215"/>
            <a:ext cx="17780" cy="92075"/>
          </a:xfrm>
          <a:custGeom>
            <a:avLst/>
            <a:gdLst>
              <a:gd name="T0" fmla="*/ 8 w 8"/>
              <a:gd name="T1" fmla="*/ 0 h 41"/>
              <a:gd name="T2" fmla="*/ 0 w 8"/>
              <a:gd name="T3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41">
                <a:moveTo>
                  <a:pt x="8" y="0"/>
                </a:moveTo>
                <a:cubicBezTo>
                  <a:pt x="5" y="14"/>
                  <a:pt x="2" y="27"/>
                  <a:pt x="0" y="41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5" name="Freeform 41"/>
          <p:cNvSpPr/>
          <p:nvPr userDrawn="1">
            <p:custDataLst>
              <p:tags r:id="rId11"/>
            </p:custDataLst>
          </p:nvPr>
        </p:nvSpPr>
        <p:spPr bwMode="auto">
          <a:xfrm>
            <a:off x="1141095" y="795655"/>
            <a:ext cx="138430" cy="221615"/>
          </a:xfrm>
          <a:custGeom>
            <a:avLst/>
            <a:gdLst>
              <a:gd name="T0" fmla="*/ 0 w 62"/>
              <a:gd name="T1" fmla="*/ 89 h 99"/>
              <a:gd name="T2" fmla="*/ 24 w 62"/>
              <a:gd name="T3" fmla="*/ 0 h 99"/>
              <a:gd name="T4" fmla="*/ 53 w 62"/>
              <a:gd name="T5" fmla="*/ 10 h 99"/>
              <a:gd name="T6" fmla="*/ 54 w 62"/>
              <a:gd name="T7" fmla="*/ 38 h 99"/>
              <a:gd name="T8" fmla="*/ 38 w 62"/>
              <a:gd name="T9" fmla="*/ 43 h 99"/>
              <a:gd name="T10" fmla="*/ 60 w 62"/>
              <a:gd name="T11" fmla="*/ 68 h 99"/>
              <a:gd name="T12" fmla="*/ 55 w 62"/>
              <a:gd name="T13" fmla="*/ 81 h 99"/>
              <a:gd name="T14" fmla="*/ 40 w 62"/>
              <a:gd name="T15" fmla="*/ 96 h 99"/>
              <a:gd name="T16" fmla="*/ 19 w 62"/>
              <a:gd name="T17" fmla="*/ 95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2" h="99">
                <a:moveTo>
                  <a:pt x="0" y="89"/>
                </a:moveTo>
                <a:cubicBezTo>
                  <a:pt x="9" y="60"/>
                  <a:pt x="17" y="30"/>
                  <a:pt x="24" y="0"/>
                </a:cubicBezTo>
                <a:cubicBezTo>
                  <a:pt x="34" y="0"/>
                  <a:pt x="46" y="2"/>
                  <a:pt x="53" y="10"/>
                </a:cubicBezTo>
                <a:cubicBezTo>
                  <a:pt x="61" y="17"/>
                  <a:pt x="62" y="32"/>
                  <a:pt x="54" y="38"/>
                </a:cubicBezTo>
                <a:cubicBezTo>
                  <a:pt x="49" y="42"/>
                  <a:pt x="44" y="42"/>
                  <a:pt x="38" y="43"/>
                </a:cubicBezTo>
                <a:cubicBezTo>
                  <a:pt x="50" y="46"/>
                  <a:pt x="60" y="56"/>
                  <a:pt x="60" y="68"/>
                </a:cubicBezTo>
                <a:cubicBezTo>
                  <a:pt x="59" y="73"/>
                  <a:pt x="58" y="77"/>
                  <a:pt x="55" y="81"/>
                </a:cubicBezTo>
                <a:cubicBezTo>
                  <a:pt x="52" y="88"/>
                  <a:pt x="46" y="93"/>
                  <a:pt x="40" y="96"/>
                </a:cubicBezTo>
                <a:cubicBezTo>
                  <a:pt x="33" y="99"/>
                  <a:pt x="25" y="99"/>
                  <a:pt x="19" y="95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6" name="Freeform 42"/>
          <p:cNvSpPr/>
          <p:nvPr userDrawn="1">
            <p:custDataLst>
              <p:tags r:id="rId12"/>
            </p:custDataLst>
          </p:nvPr>
        </p:nvSpPr>
        <p:spPr bwMode="auto">
          <a:xfrm>
            <a:off x="1411605" y="743585"/>
            <a:ext cx="40640" cy="67310"/>
          </a:xfrm>
          <a:custGeom>
            <a:avLst/>
            <a:gdLst>
              <a:gd name="T0" fmla="*/ 1 w 18"/>
              <a:gd name="T1" fmla="*/ 5 h 30"/>
              <a:gd name="T2" fmla="*/ 12 w 18"/>
              <a:gd name="T3" fmla="*/ 1 h 30"/>
              <a:gd name="T4" fmla="*/ 17 w 18"/>
              <a:gd name="T5" fmla="*/ 10 h 30"/>
              <a:gd name="T6" fmla="*/ 14 w 18"/>
              <a:gd name="T7" fmla="*/ 14 h 30"/>
              <a:gd name="T8" fmla="*/ 0 w 18"/>
              <a:gd name="T9" fmla="*/ 27 h 30"/>
              <a:gd name="T10" fmla="*/ 15 w 18"/>
              <a:gd name="T11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30">
                <a:moveTo>
                  <a:pt x="1" y="5"/>
                </a:moveTo>
                <a:cubicBezTo>
                  <a:pt x="4" y="2"/>
                  <a:pt x="8" y="0"/>
                  <a:pt x="12" y="1"/>
                </a:cubicBezTo>
                <a:cubicBezTo>
                  <a:pt x="15" y="2"/>
                  <a:pt x="18" y="6"/>
                  <a:pt x="17" y="10"/>
                </a:cubicBezTo>
                <a:cubicBezTo>
                  <a:pt x="17" y="11"/>
                  <a:pt x="15" y="12"/>
                  <a:pt x="14" y="14"/>
                </a:cubicBezTo>
                <a:cubicBezTo>
                  <a:pt x="10" y="18"/>
                  <a:pt x="5" y="23"/>
                  <a:pt x="0" y="27"/>
                </a:cubicBezTo>
                <a:cubicBezTo>
                  <a:pt x="5" y="27"/>
                  <a:pt x="10" y="28"/>
                  <a:pt x="15" y="30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0" name="Freeform 46"/>
          <p:cNvSpPr/>
          <p:nvPr userDrawn="1">
            <p:custDataLst>
              <p:tags r:id="rId13"/>
            </p:custDataLst>
          </p:nvPr>
        </p:nvSpPr>
        <p:spPr bwMode="auto">
          <a:xfrm>
            <a:off x="10672445" y="717550"/>
            <a:ext cx="146050" cy="297815"/>
          </a:xfrm>
          <a:custGeom>
            <a:avLst/>
            <a:gdLst>
              <a:gd name="T0" fmla="*/ 0 w 38"/>
              <a:gd name="T1" fmla="*/ 31 h 77"/>
              <a:gd name="T2" fmla="*/ 38 w 38"/>
              <a:gd name="T3" fmla="*/ 0 h 77"/>
              <a:gd name="T4" fmla="*/ 17 w 38"/>
              <a:gd name="T5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" h="77">
                <a:moveTo>
                  <a:pt x="0" y="31"/>
                </a:moveTo>
                <a:cubicBezTo>
                  <a:pt x="13" y="21"/>
                  <a:pt x="25" y="11"/>
                  <a:pt x="38" y="0"/>
                </a:cubicBezTo>
                <a:cubicBezTo>
                  <a:pt x="31" y="26"/>
                  <a:pt x="24" y="52"/>
                  <a:pt x="17" y="77"/>
                </a:cubicBezTo>
              </a:path>
            </a:pathLst>
          </a:custGeom>
          <a:noFill/>
          <a:ln w="17463" cap="flat">
            <a:solidFill>
              <a:srgbClr val="FFFFFF">
                <a:alpha val="31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1" name="Freeform 47"/>
          <p:cNvSpPr/>
          <p:nvPr userDrawn="1">
            <p:custDataLst>
              <p:tags r:id="rId14"/>
            </p:custDataLst>
          </p:nvPr>
        </p:nvSpPr>
        <p:spPr bwMode="auto">
          <a:xfrm>
            <a:off x="10892155" y="922020"/>
            <a:ext cx="146050" cy="19685"/>
          </a:xfrm>
          <a:custGeom>
            <a:avLst/>
            <a:gdLst>
              <a:gd name="T0" fmla="*/ 0 w 38"/>
              <a:gd name="T1" fmla="*/ 0 h 5"/>
              <a:gd name="T2" fmla="*/ 38 w 38"/>
              <a:gd name="T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" h="5">
                <a:moveTo>
                  <a:pt x="0" y="0"/>
                </a:moveTo>
                <a:cubicBezTo>
                  <a:pt x="13" y="1"/>
                  <a:pt x="26" y="2"/>
                  <a:pt x="38" y="5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2" name="Freeform 48"/>
          <p:cNvSpPr/>
          <p:nvPr userDrawn="1">
            <p:custDataLst>
              <p:tags r:id="rId15"/>
            </p:custDataLst>
          </p:nvPr>
        </p:nvSpPr>
        <p:spPr bwMode="auto">
          <a:xfrm>
            <a:off x="10950575" y="852805"/>
            <a:ext cx="26670" cy="127635"/>
          </a:xfrm>
          <a:custGeom>
            <a:avLst/>
            <a:gdLst>
              <a:gd name="T0" fmla="*/ 7 w 7"/>
              <a:gd name="T1" fmla="*/ 0 h 33"/>
              <a:gd name="T2" fmla="*/ 0 w 7"/>
              <a:gd name="T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" h="33">
                <a:moveTo>
                  <a:pt x="7" y="0"/>
                </a:moveTo>
                <a:cubicBezTo>
                  <a:pt x="5" y="11"/>
                  <a:pt x="2" y="22"/>
                  <a:pt x="0" y="33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3" name="Freeform 49"/>
          <p:cNvSpPr/>
          <p:nvPr userDrawn="1">
            <p:custDataLst>
              <p:tags r:id="rId16"/>
            </p:custDataLst>
          </p:nvPr>
        </p:nvSpPr>
        <p:spPr bwMode="auto">
          <a:xfrm>
            <a:off x="11092815" y="775970"/>
            <a:ext cx="180975" cy="281940"/>
          </a:xfrm>
          <a:custGeom>
            <a:avLst/>
            <a:gdLst>
              <a:gd name="T0" fmla="*/ 14 w 47"/>
              <a:gd name="T1" fmla="*/ 8 h 73"/>
              <a:gd name="T2" fmla="*/ 27 w 47"/>
              <a:gd name="T3" fmla="*/ 1 h 73"/>
              <a:gd name="T4" fmla="*/ 41 w 47"/>
              <a:gd name="T5" fmla="*/ 6 h 73"/>
              <a:gd name="T6" fmla="*/ 40 w 47"/>
              <a:gd name="T7" fmla="*/ 22 h 73"/>
              <a:gd name="T8" fmla="*/ 0 w 47"/>
              <a:gd name="T9" fmla="*/ 70 h 73"/>
              <a:gd name="T10" fmla="*/ 47 w 47"/>
              <a:gd name="T11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73">
                <a:moveTo>
                  <a:pt x="14" y="8"/>
                </a:moveTo>
                <a:cubicBezTo>
                  <a:pt x="18" y="5"/>
                  <a:pt x="22" y="2"/>
                  <a:pt x="27" y="1"/>
                </a:cubicBezTo>
                <a:cubicBezTo>
                  <a:pt x="32" y="0"/>
                  <a:pt x="38" y="2"/>
                  <a:pt x="41" y="6"/>
                </a:cubicBezTo>
                <a:cubicBezTo>
                  <a:pt x="44" y="11"/>
                  <a:pt x="42" y="17"/>
                  <a:pt x="40" y="22"/>
                </a:cubicBezTo>
                <a:cubicBezTo>
                  <a:pt x="31" y="41"/>
                  <a:pt x="17" y="58"/>
                  <a:pt x="0" y="70"/>
                </a:cubicBezTo>
                <a:cubicBezTo>
                  <a:pt x="16" y="71"/>
                  <a:pt x="31" y="72"/>
                  <a:pt x="47" y="73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9" name="Text Placeholder 8"/>
          <p:cNvSpPr>
            <a:spLocks noGrp="1"/>
          </p:cNvSpPr>
          <p:nvPr>
            <p:ph type="body" idx="16386" hasCustomPrompt="1"/>
            <p:custDataLst>
              <p:tags r:id="rId17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20XX YEAR</a:t>
            </a:r>
          </a:p>
        </p:txBody>
      </p:sp>
      <p:sp>
        <p:nvSpPr>
          <p:cNvPr id="13" name="Title 12"/>
          <p:cNvSpPr>
            <a:spLocks noGrp="1"/>
          </p:cNvSpPr>
          <p:nvPr>
            <p:ph type="ctrTitle" idx="16385" hasCustomPrompt="1"/>
            <p:custDataLst>
              <p:tags r:id="rId18"/>
            </p:custDataLst>
          </p:nvPr>
        </p:nvSpPr>
        <p:spPr>
          <a:xfrm>
            <a:off x="1903677" y="2489200"/>
            <a:ext cx="8384646" cy="187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Your presentation title here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6387" hasCustomPrompt="1"/>
            <p:custDataLst>
              <p:tags r:id="rId19"/>
            </p:custDataLst>
          </p:nvPr>
        </p:nvSpPr>
        <p:spPr>
          <a:xfrm>
            <a:off x="4812859" y="4419600"/>
            <a:ext cx="2540882" cy="5334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BY WPS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Slide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spect="1" noChangeArrowheads="1" noTextEdit="1"/>
          </p:cNvSpPr>
          <p:nvPr userDrawn="1">
            <p:custDataLst>
              <p:tags r:id="rId1"/>
            </p:custDataLst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" name="Rectangle 7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0"/>
            <a:ext cx="12192000" cy="6853555"/>
          </a:xfrm>
          <a:prstGeom prst="rect">
            <a:avLst/>
          </a:prstGeom>
          <a:solidFill>
            <a:schemeClr val="accent2">
              <a:lumMod val="30357"/>
              <a:lumOff val="6964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9" name="Rectangle 8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0" y="0"/>
            <a:ext cx="12192000" cy="685355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0" name="Freeform 9"/>
          <p:cNvSpPr/>
          <p:nvPr userDrawn="1">
            <p:custDataLst>
              <p:tags r:id="rId4"/>
            </p:custDataLst>
          </p:nvPr>
        </p:nvSpPr>
        <p:spPr bwMode="auto">
          <a:xfrm>
            <a:off x="110490" y="4445"/>
            <a:ext cx="10745470" cy="6843395"/>
          </a:xfrm>
          <a:custGeom>
            <a:avLst/>
            <a:gdLst>
              <a:gd name="T0" fmla="*/ 4279 w 4279"/>
              <a:gd name="T1" fmla="*/ 0 h 3233"/>
              <a:gd name="T2" fmla="*/ 2293 w 4279"/>
              <a:gd name="T3" fmla="*/ 0 h 3233"/>
              <a:gd name="T4" fmla="*/ 0 w 4279"/>
              <a:gd name="T5" fmla="*/ 3233 h 3233"/>
              <a:gd name="T6" fmla="*/ 1985 w 4279"/>
              <a:gd name="T7" fmla="*/ 3233 h 3233"/>
              <a:gd name="T8" fmla="*/ 4279 w 4279"/>
              <a:gd name="T9" fmla="*/ 0 h 3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79" h="3233">
                <a:moveTo>
                  <a:pt x="4279" y="0"/>
                </a:moveTo>
                <a:lnTo>
                  <a:pt x="2293" y="0"/>
                </a:lnTo>
                <a:lnTo>
                  <a:pt x="0" y="3233"/>
                </a:lnTo>
                <a:lnTo>
                  <a:pt x="1985" y="3233"/>
                </a:lnTo>
                <a:lnTo>
                  <a:pt x="4279" y="0"/>
                </a:lnTo>
                <a:close/>
              </a:path>
            </a:pathLst>
          </a:custGeom>
          <a:solidFill>
            <a:schemeClr val="accent4">
              <a:lumMod val="43922"/>
              <a:lumOff val="5607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3" name="Freeform 8"/>
          <p:cNvSpPr/>
          <p:nvPr userDrawn="1">
            <p:custDataLst>
              <p:tags r:id="rId5"/>
            </p:custDataLst>
          </p:nvPr>
        </p:nvSpPr>
        <p:spPr bwMode="auto">
          <a:xfrm>
            <a:off x="110490" y="4445"/>
            <a:ext cx="10745470" cy="6843395"/>
          </a:xfrm>
          <a:custGeom>
            <a:avLst/>
            <a:gdLst>
              <a:gd name="T0" fmla="*/ 4279 w 4279"/>
              <a:gd name="T1" fmla="*/ 0 h 3233"/>
              <a:gd name="T2" fmla="*/ 2293 w 4279"/>
              <a:gd name="T3" fmla="*/ 0 h 3233"/>
              <a:gd name="T4" fmla="*/ 0 w 4279"/>
              <a:gd name="T5" fmla="*/ 3233 h 3233"/>
              <a:gd name="T6" fmla="*/ 1985 w 4279"/>
              <a:gd name="T7" fmla="*/ 3233 h 3233"/>
              <a:gd name="T8" fmla="*/ 4279 w 4279"/>
              <a:gd name="T9" fmla="*/ 0 h 3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79" h="3233">
                <a:moveTo>
                  <a:pt x="4279" y="0"/>
                </a:moveTo>
                <a:lnTo>
                  <a:pt x="2293" y="0"/>
                </a:lnTo>
                <a:lnTo>
                  <a:pt x="0" y="3233"/>
                </a:lnTo>
                <a:lnTo>
                  <a:pt x="1985" y="3233"/>
                </a:lnTo>
                <a:lnTo>
                  <a:pt x="4279" y="0"/>
                </a:lnTo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1" name="AutoShape 3"/>
          <p:cNvSpPr>
            <a:spLocks noChangeAspect="1" noChangeArrowheads="1" noTextEdit="1"/>
          </p:cNvSpPr>
          <p:nvPr userDrawn="1">
            <p:custDataLst>
              <p:tags r:id="rId6"/>
            </p:custDataLst>
          </p:nvPr>
        </p:nvSpPr>
        <p:spPr bwMode="auto">
          <a:xfrm>
            <a:off x="4279900" y="683895"/>
            <a:ext cx="7044055" cy="489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2" name="Freeform 11"/>
          <p:cNvSpPr/>
          <p:nvPr userDrawn="1">
            <p:custDataLst>
              <p:tags r:id="rId7"/>
            </p:custDataLst>
          </p:nvPr>
        </p:nvSpPr>
        <p:spPr bwMode="auto">
          <a:xfrm>
            <a:off x="3110230" y="763905"/>
            <a:ext cx="8639175" cy="5389880"/>
          </a:xfrm>
          <a:custGeom>
            <a:avLst/>
            <a:gdLst>
              <a:gd name="T0" fmla="*/ 1860 w 1864"/>
              <a:gd name="T1" fmla="*/ 1226 h 1279"/>
              <a:gd name="T2" fmla="*/ 1853 w 1864"/>
              <a:gd name="T3" fmla="*/ 1251 h 1279"/>
              <a:gd name="T4" fmla="*/ 1821 w 1864"/>
              <a:gd name="T5" fmla="*/ 1261 h 1279"/>
              <a:gd name="T6" fmla="*/ 79 w 1864"/>
              <a:gd name="T7" fmla="*/ 1278 h 1279"/>
              <a:gd name="T8" fmla="*/ 21 w 1864"/>
              <a:gd name="T9" fmla="*/ 1220 h 1279"/>
              <a:gd name="T10" fmla="*/ 8 w 1864"/>
              <a:gd name="T11" fmla="*/ 33 h 1279"/>
              <a:gd name="T12" fmla="*/ 12 w 1864"/>
              <a:gd name="T13" fmla="*/ 19 h 1279"/>
              <a:gd name="T14" fmla="*/ 32 w 1864"/>
              <a:gd name="T15" fmla="*/ 15 h 1279"/>
              <a:gd name="T16" fmla="*/ 1797 w 1864"/>
              <a:gd name="T17" fmla="*/ 12 h 1279"/>
              <a:gd name="T18" fmla="*/ 1834 w 1864"/>
              <a:gd name="T19" fmla="*/ 18 h 1279"/>
              <a:gd name="T20" fmla="*/ 1848 w 1864"/>
              <a:gd name="T21" fmla="*/ 45 h 1279"/>
              <a:gd name="T22" fmla="*/ 1860 w 1864"/>
              <a:gd name="T23" fmla="*/ 1226 h 12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864" h="1279">
                <a:moveTo>
                  <a:pt x="1860" y="1226"/>
                </a:moveTo>
                <a:cubicBezTo>
                  <a:pt x="1859" y="1235"/>
                  <a:pt x="1859" y="1244"/>
                  <a:pt x="1853" y="1251"/>
                </a:cubicBezTo>
                <a:cubicBezTo>
                  <a:pt x="1845" y="1260"/>
                  <a:pt x="1832" y="1261"/>
                  <a:pt x="1821" y="1261"/>
                </a:cubicBezTo>
                <a:cubicBezTo>
                  <a:pt x="79" y="1278"/>
                  <a:pt x="79" y="1278"/>
                  <a:pt x="79" y="1278"/>
                </a:cubicBezTo>
                <a:cubicBezTo>
                  <a:pt x="47" y="1279"/>
                  <a:pt x="21" y="1252"/>
                  <a:pt x="21" y="1220"/>
                </a:cubicBezTo>
                <a:cubicBezTo>
                  <a:pt x="26" y="824"/>
                  <a:pt x="0" y="428"/>
                  <a:pt x="8" y="33"/>
                </a:cubicBezTo>
                <a:cubicBezTo>
                  <a:pt x="9" y="28"/>
                  <a:pt x="9" y="23"/>
                  <a:pt x="12" y="19"/>
                </a:cubicBezTo>
                <a:cubicBezTo>
                  <a:pt x="16" y="14"/>
                  <a:pt x="25" y="15"/>
                  <a:pt x="32" y="15"/>
                </a:cubicBezTo>
                <a:cubicBezTo>
                  <a:pt x="497" y="0"/>
                  <a:pt x="1615" y="13"/>
                  <a:pt x="1797" y="12"/>
                </a:cubicBezTo>
                <a:cubicBezTo>
                  <a:pt x="1810" y="12"/>
                  <a:pt x="1826" y="13"/>
                  <a:pt x="1834" y="18"/>
                </a:cubicBezTo>
                <a:cubicBezTo>
                  <a:pt x="1842" y="24"/>
                  <a:pt x="1847" y="36"/>
                  <a:pt x="1848" y="45"/>
                </a:cubicBezTo>
                <a:cubicBezTo>
                  <a:pt x="1858" y="224"/>
                  <a:pt x="1864" y="993"/>
                  <a:pt x="1860" y="1226"/>
                </a:cubicBezTo>
                <a:close/>
              </a:path>
            </a:pathLst>
          </a:custGeom>
          <a:solidFill>
            <a:schemeClr val="bg2"/>
          </a:solidFill>
          <a:ln w="166688" cap="rnd">
            <a:solidFill>
              <a:schemeClr val="accent2"/>
            </a:solidFill>
            <a:prstDash val="solid"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3" name="Freeform 12"/>
          <p:cNvSpPr/>
          <p:nvPr userDrawn="1">
            <p:custDataLst>
              <p:tags r:id="rId8"/>
            </p:custDataLst>
          </p:nvPr>
        </p:nvSpPr>
        <p:spPr bwMode="auto">
          <a:xfrm>
            <a:off x="3176270" y="859155"/>
            <a:ext cx="8498205" cy="4878705"/>
          </a:xfrm>
          <a:custGeom>
            <a:avLst/>
            <a:gdLst>
              <a:gd name="T0" fmla="*/ 1792 w 1792"/>
              <a:gd name="T1" fmla="*/ 1132 h 1132"/>
              <a:gd name="T2" fmla="*/ 1735 w 1792"/>
              <a:gd name="T3" fmla="*/ 68 h 1132"/>
              <a:gd name="T4" fmla="*/ 1716 w 1792"/>
              <a:gd name="T5" fmla="*/ 50 h 1132"/>
              <a:gd name="T6" fmla="*/ 49 w 1792"/>
              <a:gd name="T7" fmla="*/ 50 h 1132"/>
              <a:gd name="T8" fmla="*/ 7 w 1792"/>
              <a:gd name="T9" fmla="*/ 157 h 1132"/>
              <a:gd name="T10" fmla="*/ 0 w 1792"/>
              <a:gd name="T11" fmla="*/ 5 h 1132"/>
              <a:gd name="T12" fmla="*/ 1767 w 1792"/>
              <a:gd name="T13" fmla="*/ 0 h 1132"/>
              <a:gd name="T14" fmla="*/ 1785 w 1792"/>
              <a:gd name="T15" fmla="*/ 17 h 1132"/>
              <a:gd name="T16" fmla="*/ 1792 w 1792"/>
              <a:gd name="T17" fmla="*/ 1132 h 1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792" h="1132">
                <a:moveTo>
                  <a:pt x="1792" y="1132"/>
                </a:moveTo>
                <a:cubicBezTo>
                  <a:pt x="1735" y="68"/>
                  <a:pt x="1735" y="68"/>
                  <a:pt x="1735" y="68"/>
                </a:cubicBezTo>
                <a:cubicBezTo>
                  <a:pt x="1735" y="57"/>
                  <a:pt x="1726" y="50"/>
                  <a:pt x="1716" y="50"/>
                </a:cubicBezTo>
                <a:cubicBezTo>
                  <a:pt x="49" y="50"/>
                  <a:pt x="49" y="50"/>
                  <a:pt x="49" y="50"/>
                </a:cubicBezTo>
                <a:cubicBezTo>
                  <a:pt x="7" y="157"/>
                  <a:pt x="7" y="157"/>
                  <a:pt x="7" y="157"/>
                </a:cubicBezTo>
                <a:cubicBezTo>
                  <a:pt x="0" y="5"/>
                  <a:pt x="0" y="5"/>
                  <a:pt x="0" y="5"/>
                </a:cubicBezTo>
                <a:cubicBezTo>
                  <a:pt x="1767" y="0"/>
                  <a:pt x="1767" y="0"/>
                  <a:pt x="1767" y="0"/>
                </a:cubicBezTo>
                <a:cubicBezTo>
                  <a:pt x="1777" y="0"/>
                  <a:pt x="1784" y="8"/>
                  <a:pt x="1785" y="17"/>
                </a:cubicBezTo>
                <a:lnTo>
                  <a:pt x="1792" y="113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>
            <a:solidFill>
              <a:schemeClr val="bg2">
                <a:lumMod val="50000"/>
              </a:schemeClr>
            </a:solidFill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23" name="Freeform 19"/>
          <p:cNvSpPr/>
          <p:nvPr userDrawn="1">
            <p:custDataLst>
              <p:tags r:id="rId9"/>
            </p:custDataLst>
          </p:nvPr>
        </p:nvSpPr>
        <p:spPr bwMode="auto">
          <a:xfrm>
            <a:off x="744602" y="3543300"/>
            <a:ext cx="3878198" cy="3314700"/>
          </a:xfrm>
          <a:custGeom>
            <a:avLst/>
            <a:gdLst>
              <a:gd name="T0" fmla="*/ 195 w 1136"/>
              <a:gd name="T1" fmla="*/ 1068 h 1092"/>
              <a:gd name="T2" fmla="*/ 28 w 1136"/>
              <a:gd name="T3" fmla="*/ 1068 h 1092"/>
              <a:gd name="T4" fmla="*/ 74 w 1136"/>
              <a:gd name="T5" fmla="*/ 255 h 1092"/>
              <a:gd name="T6" fmla="*/ 352 w 1136"/>
              <a:gd name="T7" fmla="*/ 0 h 1092"/>
              <a:gd name="T8" fmla="*/ 793 w 1136"/>
              <a:gd name="T9" fmla="*/ 1 h 1092"/>
              <a:gd name="T10" fmla="*/ 1136 w 1136"/>
              <a:gd name="T11" fmla="*/ 466 h 1092"/>
              <a:gd name="T12" fmla="*/ 920 w 1136"/>
              <a:gd name="T13" fmla="*/ 1092 h 1092"/>
              <a:gd name="T14" fmla="*/ 218 w 1136"/>
              <a:gd name="T15" fmla="*/ 1068 h 1092"/>
              <a:gd name="T16" fmla="*/ 195 w 1136"/>
              <a:gd name="T17" fmla="*/ 1068 h 1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07" h="5220">
                <a:moveTo>
                  <a:pt x="1849" y="0"/>
                </a:moveTo>
                <a:cubicBezTo>
                  <a:pt x="4244" y="5"/>
                  <a:pt x="4244" y="5"/>
                  <a:pt x="4244" y="5"/>
                </a:cubicBezTo>
                <a:cubicBezTo>
                  <a:pt x="5276" y="239"/>
                  <a:pt x="6053" y="1325"/>
                  <a:pt x="6107" y="2531"/>
                </a:cubicBezTo>
                <a:cubicBezTo>
                  <a:pt x="5631" y="3912"/>
                  <a:pt x="5348" y="4732"/>
                  <a:pt x="5180" y="5218"/>
                </a:cubicBezTo>
                <a:lnTo>
                  <a:pt x="5179" y="5220"/>
                </a:lnTo>
                <a:lnTo>
                  <a:pt x="33" y="5220"/>
                </a:lnTo>
                <a:lnTo>
                  <a:pt x="31" y="5191"/>
                </a:lnTo>
                <a:cubicBezTo>
                  <a:pt x="-48" y="3993"/>
                  <a:pt x="14" y="2319"/>
                  <a:pt x="339" y="1385"/>
                </a:cubicBezTo>
                <a:cubicBezTo>
                  <a:pt x="551" y="782"/>
                  <a:pt x="1192" y="179"/>
                  <a:pt x="1849" y="0"/>
                </a:cubicBezTo>
                <a:close/>
              </a:path>
            </a:pathLst>
          </a:custGeom>
          <a:solidFill>
            <a:srgbClr val="65B7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noAutofit/>
          </a:bodyPr>
          <a:lstStyle/>
          <a:p>
            <a:pPr defTabSz="457200"/>
            <a:endParaRPr lang="zh-CN" altLang="en-US" sz="2400"/>
          </a:p>
        </p:txBody>
      </p:sp>
      <p:sp>
        <p:nvSpPr>
          <p:cNvPr id="24" name="Freeform 20"/>
          <p:cNvSpPr/>
          <p:nvPr userDrawn="1">
            <p:custDataLst>
              <p:tags r:id="rId10"/>
            </p:custDataLst>
          </p:nvPr>
        </p:nvSpPr>
        <p:spPr bwMode="auto">
          <a:xfrm>
            <a:off x="1938655" y="5332095"/>
            <a:ext cx="1474888" cy="1525905"/>
          </a:xfrm>
          <a:custGeom>
            <a:avLst/>
            <a:gdLst>
              <a:gd name="T0" fmla="*/ 129 w 584"/>
              <a:gd name="T1" fmla="*/ 408 h 531"/>
              <a:gd name="T2" fmla="*/ 126 w 584"/>
              <a:gd name="T3" fmla="*/ 406 h 531"/>
              <a:gd name="T4" fmla="*/ 110 w 584"/>
              <a:gd name="T5" fmla="*/ 386 h 531"/>
              <a:gd name="T6" fmla="*/ 0 w 584"/>
              <a:gd name="T7" fmla="*/ 0 h 531"/>
              <a:gd name="T8" fmla="*/ 239 w 584"/>
              <a:gd name="T9" fmla="*/ 359 h 531"/>
              <a:gd name="T10" fmla="*/ 584 w 584"/>
              <a:gd name="T11" fmla="*/ 512 h 531"/>
              <a:gd name="T12" fmla="*/ 577 w 584"/>
              <a:gd name="T13" fmla="*/ 531 h 531"/>
              <a:gd name="T14" fmla="*/ 423 w 584"/>
              <a:gd name="T15" fmla="*/ 489 h 531"/>
              <a:gd name="T16" fmla="*/ 237 w 584"/>
              <a:gd name="T17" fmla="*/ 387 h 531"/>
              <a:gd name="T18" fmla="*/ 151 w 584"/>
              <a:gd name="T19" fmla="*/ 410 h 531"/>
              <a:gd name="T20" fmla="*/ 129 w 584"/>
              <a:gd name="T21" fmla="*/ 40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323" h="2403">
                <a:moveTo>
                  <a:pt x="0" y="0"/>
                </a:moveTo>
                <a:cubicBezTo>
                  <a:pt x="1299" y="1949"/>
                  <a:pt x="1299" y="1949"/>
                  <a:pt x="1299" y="1949"/>
                </a:cubicBezTo>
                <a:cubicBezTo>
                  <a:pt x="1723" y="2137"/>
                  <a:pt x="2052" y="2283"/>
                  <a:pt x="2306" y="2396"/>
                </a:cubicBezTo>
                <a:lnTo>
                  <a:pt x="2323" y="2403"/>
                </a:lnTo>
                <a:lnTo>
                  <a:pt x="1799" y="2403"/>
                </a:lnTo>
                <a:lnTo>
                  <a:pt x="1759" y="2380"/>
                </a:lnTo>
                <a:cubicBezTo>
                  <a:pt x="1509" y="2239"/>
                  <a:pt x="1288" y="2101"/>
                  <a:pt x="1288" y="2101"/>
                </a:cubicBezTo>
                <a:cubicBezTo>
                  <a:pt x="820" y="2226"/>
                  <a:pt x="820" y="2226"/>
                  <a:pt x="820" y="2226"/>
                </a:cubicBezTo>
                <a:cubicBezTo>
                  <a:pt x="782" y="2237"/>
                  <a:pt x="739" y="2231"/>
                  <a:pt x="701" y="2215"/>
                </a:cubicBezTo>
                <a:cubicBezTo>
                  <a:pt x="685" y="2204"/>
                  <a:pt x="685" y="2204"/>
                  <a:pt x="685" y="2204"/>
                </a:cubicBezTo>
                <a:cubicBezTo>
                  <a:pt x="641" y="2183"/>
                  <a:pt x="609" y="2145"/>
                  <a:pt x="598" y="2096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3F93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noAutofit/>
          </a:bodyPr>
          <a:lstStyle/>
          <a:p>
            <a:pPr defTabSz="457200"/>
            <a:endParaRPr lang="zh-CN" altLang="en-US" sz="2400"/>
          </a:p>
        </p:txBody>
      </p:sp>
      <p:sp>
        <p:nvSpPr>
          <p:cNvPr id="25" name="Freeform 21"/>
          <p:cNvSpPr/>
          <p:nvPr userDrawn="1">
            <p:custDataLst>
              <p:tags r:id="rId11"/>
            </p:custDataLst>
          </p:nvPr>
        </p:nvSpPr>
        <p:spPr bwMode="auto">
          <a:xfrm>
            <a:off x="1894205" y="3526155"/>
            <a:ext cx="1589405" cy="1075055"/>
          </a:xfrm>
          <a:custGeom>
            <a:avLst/>
            <a:gdLst>
              <a:gd name="T0" fmla="*/ 0 w 751"/>
              <a:gd name="T1" fmla="*/ 9 h 508"/>
              <a:gd name="T2" fmla="*/ 192 w 751"/>
              <a:gd name="T3" fmla="*/ 508 h 508"/>
              <a:gd name="T4" fmla="*/ 373 w 751"/>
              <a:gd name="T5" fmla="*/ 350 h 508"/>
              <a:gd name="T6" fmla="*/ 552 w 751"/>
              <a:gd name="T7" fmla="*/ 508 h 508"/>
              <a:gd name="T8" fmla="*/ 751 w 751"/>
              <a:gd name="T9" fmla="*/ 14 h 508"/>
              <a:gd name="T10" fmla="*/ 688 w 751"/>
              <a:gd name="T11" fmla="*/ 8 h 508"/>
              <a:gd name="T12" fmla="*/ 20 w 751"/>
              <a:gd name="T13" fmla="*/ 0 h 508"/>
              <a:gd name="T14" fmla="*/ 0 w 751"/>
              <a:gd name="T15" fmla="*/ 9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51" h="508">
                <a:moveTo>
                  <a:pt x="0" y="9"/>
                </a:moveTo>
                <a:lnTo>
                  <a:pt x="192" y="508"/>
                </a:lnTo>
                <a:lnTo>
                  <a:pt x="373" y="350"/>
                </a:lnTo>
                <a:lnTo>
                  <a:pt x="552" y="508"/>
                </a:lnTo>
                <a:lnTo>
                  <a:pt x="751" y="14"/>
                </a:lnTo>
                <a:lnTo>
                  <a:pt x="688" y="8"/>
                </a:lnTo>
                <a:lnTo>
                  <a:pt x="20" y="0"/>
                </a:lnTo>
                <a:lnTo>
                  <a:pt x="0" y="9"/>
                </a:lnTo>
                <a:close/>
              </a:path>
            </a:pathLst>
          </a:custGeom>
          <a:solidFill>
            <a:srgbClr val="3F93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26" name="Freeform 22"/>
          <p:cNvSpPr/>
          <p:nvPr userDrawn="1">
            <p:custDataLst>
              <p:tags r:id="rId12"/>
            </p:custDataLst>
          </p:nvPr>
        </p:nvSpPr>
        <p:spPr bwMode="auto">
          <a:xfrm>
            <a:off x="2605405" y="4218305"/>
            <a:ext cx="252095" cy="2615565"/>
          </a:xfrm>
          <a:custGeom>
            <a:avLst/>
            <a:gdLst>
              <a:gd name="T0" fmla="*/ 22 w 52"/>
              <a:gd name="T1" fmla="*/ 0 h 901"/>
              <a:gd name="T2" fmla="*/ 41 w 52"/>
              <a:gd name="T3" fmla="*/ 146 h 901"/>
              <a:gd name="T4" fmla="*/ 31 w 52"/>
              <a:gd name="T5" fmla="*/ 230 h 901"/>
              <a:gd name="T6" fmla="*/ 30 w 52"/>
              <a:gd name="T7" fmla="*/ 443 h 901"/>
              <a:gd name="T8" fmla="*/ 51 w 52"/>
              <a:gd name="T9" fmla="*/ 608 h 901"/>
              <a:gd name="T10" fmla="*/ 11 w 52"/>
              <a:gd name="T11" fmla="*/ 901 h 9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2" h="901">
                <a:moveTo>
                  <a:pt x="22" y="0"/>
                </a:moveTo>
                <a:cubicBezTo>
                  <a:pt x="22" y="49"/>
                  <a:pt x="40" y="97"/>
                  <a:pt x="41" y="146"/>
                </a:cubicBezTo>
                <a:cubicBezTo>
                  <a:pt x="41" y="174"/>
                  <a:pt x="35" y="202"/>
                  <a:pt x="31" y="230"/>
                </a:cubicBezTo>
                <a:cubicBezTo>
                  <a:pt x="21" y="301"/>
                  <a:pt x="20" y="372"/>
                  <a:pt x="30" y="443"/>
                </a:cubicBezTo>
                <a:cubicBezTo>
                  <a:pt x="37" y="498"/>
                  <a:pt x="51" y="552"/>
                  <a:pt x="51" y="608"/>
                </a:cubicBezTo>
                <a:cubicBezTo>
                  <a:pt x="52" y="707"/>
                  <a:pt x="0" y="802"/>
                  <a:pt x="11" y="901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27" name="Freeform 23"/>
          <p:cNvSpPr/>
          <p:nvPr userDrawn="1">
            <p:custDataLst>
              <p:tags r:id="rId13"/>
            </p:custDataLst>
          </p:nvPr>
        </p:nvSpPr>
        <p:spPr bwMode="auto">
          <a:xfrm>
            <a:off x="1915795" y="4908550"/>
            <a:ext cx="1452245" cy="1744345"/>
          </a:xfrm>
          <a:custGeom>
            <a:avLst/>
            <a:gdLst>
              <a:gd name="T0" fmla="*/ 421 w 421"/>
              <a:gd name="T1" fmla="*/ 411 h 506"/>
              <a:gd name="T2" fmla="*/ 297 w 421"/>
              <a:gd name="T3" fmla="*/ 0 h 506"/>
              <a:gd name="T4" fmla="*/ 0 w 421"/>
              <a:gd name="T5" fmla="*/ 97 h 506"/>
              <a:gd name="T6" fmla="*/ 127 w 421"/>
              <a:gd name="T7" fmla="*/ 506 h 506"/>
              <a:gd name="T8" fmla="*/ 421 w 421"/>
              <a:gd name="T9" fmla="*/ 411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1" h="506">
                <a:moveTo>
                  <a:pt x="421" y="411"/>
                </a:moveTo>
                <a:cubicBezTo>
                  <a:pt x="377" y="266"/>
                  <a:pt x="341" y="145"/>
                  <a:pt x="297" y="0"/>
                </a:cubicBezTo>
                <a:cubicBezTo>
                  <a:pt x="199" y="32"/>
                  <a:pt x="100" y="59"/>
                  <a:pt x="0" y="97"/>
                </a:cubicBezTo>
                <a:cubicBezTo>
                  <a:pt x="35" y="230"/>
                  <a:pt x="82" y="376"/>
                  <a:pt x="127" y="506"/>
                </a:cubicBezTo>
                <a:cubicBezTo>
                  <a:pt x="216" y="476"/>
                  <a:pt x="332" y="441"/>
                  <a:pt x="421" y="411"/>
                </a:cubicBezTo>
                <a:close/>
              </a:path>
            </a:pathLst>
          </a:custGeom>
          <a:solidFill>
            <a:srgbClr val="848C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28" name="Freeform 24"/>
          <p:cNvSpPr/>
          <p:nvPr userDrawn="1">
            <p:custDataLst>
              <p:tags r:id="rId14"/>
            </p:custDataLst>
          </p:nvPr>
        </p:nvSpPr>
        <p:spPr bwMode="auto">
          <a:xfrm>
            <a:off x="1915795" y="5243195"/>
            <a:ext cx="499745" cy="1452245"/>
          </a:xfrm>
          <a:custGeom>
            <a:avLst/>
            <a:gdLst>
              <a:gd name="T0" fmla="*/ 145 w 145"/>
              <a:gd name="T1" fmla="*/ 418 h 421"/>
              <a:gd name="T2" fmla="*/ 127 w 145"/>
              <a:gd name="T3" fmla="*/ 409 h 421"/>
              <a:gd name="T4" fmla="*/ 116 w 145"/>
              <a:gd name="T5" fmla="*/ 377 h 421"/>
              <a:gd name="T6" fmla="*/ 38 w 145"/>
              <a:gd name="T7" fmla="*/ 137 h 421"/>
              <a:gd name="T8" fmla="*/ 0 w 145"/>
              <a:gd name="T9" fmla="*/ 0 h 421"/>
              <a:gd name="T10" fmla="*/ 18 w 145"/>
              <a:gd name="T11" fmla="*/ 10 h 421"/>
              <a:gd name="T12" fmla="*/ 92 w 145"/>
              <a:gd name="T13" fmla="*/ 90 h 421"/>
              <a:gd name="T14" fmla="*/ 145 w 145"/>
              <a:gd name="T15" fmla="*/ 418 h 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5" h="421">
                <a:moveTo>
                  <a:pt x="145" y="418"/>
                </a:moveTo>
                <a:cubicBezTo>
                  <a:pt x="138" y="421"/>
                  <a:pt x="127" y="409"/>
                  <a:pt x="127" y="409"/>
                </a:cubicBezTo>
                <a:cubicBezTo>
                  <a:pt x="116" y="377"/>
                  <a:pt x="116" y="377"/>
                  <a:pt x="116" y="377"/>
                </a:cubicBezTo>
                <a:cubicBezTo>
                  <a:pt x="38" y="137"/>
                  <a:pt x="38" y="137"/>
                  <a:pt x="38" y="137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6" y="11"/>
                  <a:pt x="18" y="10"/>
                </a:cubicBezTo>
                <a:cubicBezTo>
                  <a:pt x="30" y="9"/>
                  <a:pt x="92" y="90"/>
                  <a:pt x="92" y="90"/>
                </a:cubicBezTo>
                <a:lnTo>
                  <a:pt x="145" y="418"/>
                </a:lnTo>
                <a:close/>
              </a:path>
            </a:pathLst>
          </a:custGeom>
          <a:solidFill>
            <a:srgbClr val="5A5B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29" name="Freeform 25"/>
          <p:cNvSpPr/>
          <p:nvPr userDrawn="1">
            <p:custDataLst>
              <p:tags r:id="rId15"/>
            </p:custDataLst>
          </p:nvPr>
        </p:nvSpPr>
        <p:spPr bwMode="auto">
          <a:xfrm>
            <a:off x="1976755" y="4940300"/>
            <a:ext cx="1452245" cy="1744345"/>
          </a:xfrm>
          <a:custGeom>
            <a:avLst/>
            <a:gdLst>
              <a:gd name="T0" fmla="*/ 421 w 421"/>
              <a:gd name="T1" fmla="*/ 411 h 506"/>
              <a:gd name="T2" fmla="*/ 297 w 421"/>
              <a:gd name="T3" fmla="*/ 0 h 506"/>
              <a:gd name="T4" fmla="*/ 0 w 421"/>
              <a:gd name="T5" fmla="*/ 98 h 506"/>
              <a:gd name="T6" fmla="*/ 127 w 421"/>
              <a:gd name="T7" fmla="*/ 506 h 506"/>
              <a:gd name="T8" fmla="*/ 421 w 421"/>
              <a:gd name="T9" fmla="*/ 411 h 5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1" h="506">
                <a:moveTo>
                  <a:pt x="421" y="411"/>
                </a:moveTo>
                <a:cubicBezTo>
                  <a:pt x="376" y="267"/>
                  <a:pt x="341" y="145"/>
                  <a:pt x="297" y="0"/>
                </a:cubicBezTo>
                <a:cubicBezTo>
                  <a:pt x="199" y="32"/>
                  <a:pt x="100" y="59"/>
                  <a:pt x="0" y="98"/>
                </a:cubicBezTo>
                <a:cubicBezTo>
                  <a:pt x="35" y="231"/>
                  <a:pt x="82" y="376"/>
                  <a:pt x="127" y="506"/>
                </a:cubicBezTo>
                <a:cubicBezTo>
                  <a:pt x="216" y="476"/>
                  <a:pt x="332" y="442"/>
                  <a:pt x="421" y="411"/>
                </a:cubicBezTo>
                <a:close/>
              </a:path>
            </a:pathLst>
          </a:custGeom>
          <a:solidFill>
            <a:srgbClr val="848C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0" name="Freeform 26"/>
          <p:cNvSpPr/>
          <p:nvPr userDrawn="1">
            <p:custDataLst>
              <p:tags r:id="rId16"/>
            </p:custDataLst>
          </p:nvPr>
        </p:nvSpPr>
        <p:spPr bwMode="auto">
          <a:xfrm>
            <a:off x="1936750" y="4953000"/>
            <a:ext cx="992505" cy="328295"/>
          </a:xfrm>
          <a:custGeom>
            <a:avLst/>
            <a:gdLst>
              <a:gd name="T0" fmla="*/ 0 w 288"/>
              <a:gd name="T1" fmla="*/ 91 h 95"/>
              <a:gd name="T2" fmla="*/ 273 w 288"/>
              <a:gd name="T3" fmla="*/ 0 h 95"/>
              <a:gd name="T4" fmla="*/ 288 w 288"/>
              <a:gd name="T5" fmla="*/ 3 h 95"/>
              <a:gd name="T6" fmla="*/ 12 w 288"/>
              <a:gd name="T7" fmla="*/ 94 h 95"/>
              <a:gd name="T8" fmla="*/ 0 w 288"/>
              <a:gd name="T9" fmla="*/ 91 h 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8" h="95">
                <a:moveTo>
                  <a:pt x="0" y="91"/>
                </a:moveTo>
                <a:cubicBezTo>
                  <a:pt x="0" y="91"/>
                  <a:pt x="109" y="51"/>
                  <a:pt x="273" y="0"/>
                </a:cubicBezTo>
                <a:cubicBezTo>
                  <a:pt x="288" y="3"/>
                  <a:pt x="288" y="3"/>
                  <a:pt x="288" y="3"/>
                </a:cubicBezTo>
                <a:cubicBezTo>
                  <a:pt x="12" y="94"/>
                  <a:pt x="12" y="94"/>
                  <a:pt x="12" y="94"/>
                </a:cubicBezTo>
                <a:cubicBezTo>
                  <a:pt x="12" y="94"/>
                  <a:pt x="7" y="95"/>
                  <a:pt x="0" y="9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1" name="Freeform 27"/>
          <p:cNvSpPr/>
          <p:nvPr userDrawn="1">
            <p:custDataLst>
              <p:tags r:id="rId17"/>
            </p:custDataLst>
          </p:nvPr>
        </p:nvSpPr>
        <p:spPr bwMode="auto">
          <a:xfrm>
            <a:off x="1405255" y="4639945"/>
            <a:ext cx="215265" cy="2207895"/>
          </a:xfrm>
          <a:custGeom>
            <a:avLst/>
            <a:gdLst>
              <a:gd name="T0" fmla="*/ 6 w 61"/>
              <a:gd name="T1" fmla="*/ 0 h 732"/>
              <a:gd name="T2" fmla="*/ 61 w 61"/>
              <a:gd name="T3" fmla="*/ 218 h 732"/>
              <a:gd name="T4" fmla="*/ 61 w 61"/>
              <a:gd name="T5" fmla="*/ 732 h 732"/>
              <a:gd name="T6" fmla="*/ 6 w 61"/>
              <a:gd name="T7" fmla="*/ 732 h 732"/>
              <a:gd name="T8" fmla="*/ 34 w 61"/>
              <a:gd name="T9" fmla="*/ 228 h 732"/>
              <a:gd name="T10" fmla="*/ 6 w 61"/>
              <a:gd name="T11" fmla="*/ 0 h 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" h="732">
                <a:moveTo>
                  <a:pt x="6" y="0"/>
                </a:moveTo>
                <a:cubicBezTo>
                  <a:pt x="6" y="0"/>
                  <a:pt x="13" y="143"/>
                  <a:pt x="61" y="218"/>
                </a:cubicBezTo>
                <a:cubicBezTo>
                  <a:pt x="61" y="732"/>
                  <a:pt x="61" y="732"/>
                  <a:pt x="61" y="732"/>
                </a:cubicBezTo>
                <a:cubicBezTo>
                  <a:pt x="6" y="732"/>
                  <a:pt x="6" y="732"/>
                  <a:pt x="6" y="732"/>
                </a:cubicBezTo>
                <a:cubicBezTo>
                  <a:pt x="34" y="228"/>
                  <a:pt x="34" y="228"/>
                  <a:pt x="34" y="228"/>
                </a:cubicBezTo>
                <a:cubicBezTo>
                  <a:pt x="34" y="228"/>
                  <a:pt x="0" y="149"/>
                  <a:pt x="6" y="0"/>
                </a:cubicBezTo>
                <a:close/>
              </a:path>
            </a:pathLst>
          </a:custGeom>
          <a:solidFill>
            <a:srgbClr val="3F93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2" name="Freeform 28"/>
          <p:cNvSpPr/>
          <p:nvPr userDrawn="1">
            <p:custDataLst>
              <p:tags r:id="rId18"/>
            </p:custDataLst>
          </p:nvPr>
        </p:nvSpPr>
        <p:spPr bwMode="auto">
          <a:xfrm>
            <a:off x="2188845" y="6153150"/>
            <a:ext cx="652145" cy="433705"/>
          </a:xfrm>
          <a:custGeom>
            <a:avLst/>
            <a:gdLst>
              <a:gd name="T0" fmla="*/ 18 w 308"/>
              <a:gd name="T1" fmla="*/ 54 h 205"/>
              <a:gd name="T2" fmla="*/ 115 w 308"/>
              <a:gd name="T3" fmla="*/ 93 h 205"/>
              <a:gd name="T4" fmla="*/ 207 w 308"/>
              <a:gd name="T5" fmla="*/ 145 h 205"/>
              <a:gd name="T6" fmla="*/ 213 w 308"/>
              <a:gd name="T7" fmla="*/ 169 h 205"/>
              <a:gd name="T8" fmla="*/ 251 w 308"/>
              <a:gd name="T9" fmla="*/ 205 h 205"/>
              <a:gd name="T10" fmla="*/ 308 w 308"/>
              <a:gd name="T11" fmla="*/ 186 h 205"/>
              <a:gd name="T12" fmla="*/ 203 w 308"/>
              <a:gd name="T13" fmla="*/ 54 h 205"/>
              <a:gd name="T14" fmla="*/ 0 w 308"/>
              <a:gd name="T15" fmla="*/ 0 h 205"/>
              <a:gd name="T16" fmla="*/ 18 w 308"/>
              <a:gd name="T17" fmla="*/ 5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8" h="205">
                <a:moveTo>
                  <a:pt x="18" y="54"/>
                </a:moveTo>
                <a:lnTo>
                  <a:pt x="115" y="93"/>
                </a:lnTo>
                <a:lnTo>
                  <a:pt x="207" y="145"/>
                </a:lnTo>
                <a:lnTo>
                  <a:pt x="213" y="169"/>
                </a:lnTo>
                <a:lnTo>
                  <a:pt x="251" y="205"/>
                </a:lnTo>
                <a:lnTo>
                  <a:pt x="308" y="186"/>
                </a:lnTo>
                <a:lnTo>
                  <a:pt x="203" y="54"/>
                </a:lnTo>
                <a:lnTo>
                  <a:pt x="0" y="0"/>
                </a:lnTo>
                <a:lnTo>
                  <a:pt x="18" y="54"/>
                </a:lnTo>
                <a:close/>
              </a:path>
            </a:pathLst>
          </a:custGeom>
          <a:solidFill>
            <a:srgbClr val="5A5B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3" name="Freeform 29"/>
          <p:cNvSpPr/>
          <p:nvPr userDrawn="1">
            <p:custDataLst>
              <p:tags r:id="rId19"/>
            </p:custDataLst>
          </p:nvPr>
        </p:nvSpPr>
        <p:spPr bwMode="auto">
          <a:xfrm>
            <a:off x="1877695" y="3219450"/>
            <a:ext cx="1606550" cy="1310005"/>
          </a:xfrm>
          <a:custGeom>
            <a:avLst/>
            <a:gdLst>
              <a:gd name="T0" fmla="*/ 234 w 466"/>
              <a:gd name="T1" fmla="*/ 290 h 380"/>
              <a:gd name="T2" fmla="*/ 339 w 466"/>
              <a:gd name="T3" fmla="*/ 380 h 380"/>
              <a:gd name="T4" fmla="*/ 466 w 466"/>
              <a:gd name="T5" fmla="*/ 69 h 380"/>
              <a:gd name="T6" fmla="*/ 326 w 466"/>
              <a:gd name="T7" fmla="*/ 0 h 380"/>
              <a:gd name="T8" fmla="*/ 140 w 466"/>
              <a:gd name="T9" fmla="*/ 0 h 380"/>
              <a:gd name="T10" fmla="*/ 0 w 466"/>
              <a:gd name="T11" fmla="*/ 69 h 380"/>
              <a:gd name="T12" fmla="*/ 130 w 466"/>
              <a:gd name="T13" fmla="*/ 374 h 380"/>
              <a:gd name="T14" fmla="*/ 232 w 466"/>
              <a:gd name="T15" fmla="*/ 290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66" h="380">
                <a:moveTo>
                  <a:pt x="234" y="290"/>
                </a:moveTo>
                <a:cubicBezTo>
                  <a:pt x="253" y="309"/>
                  <a:pt x="317" y="364"/>
                  <a:pt x="339" y="380"/>
                </a:cubicBezTo>
                <a:cubicBezTo>
                  <a:pt x="389" y="267"/>
                  <a:pt x="420" y="161"/>
                  <a:pt x="466" y="69"/>
                </a:cubicBezTo>
                <a:cubicBezTo>
                  <a:pt x="418" y="49"/>
                  <a:pt x="371" y="26"/>
                  <a:pt x="326" y="0"/>
                </a:cubicBezTo>
                <a:cubicBezTo>
                  <a:pt x="140" y="0"/>
                  <a:pt x="140" y="0"/>
                  <a:pt x="140" y="0"/>
                </a:cubicBezTo>
                <a:cubicBezTo>
                  <a:pt x="95" y="26"/>
                  <a:pt x="48" y="49"/>
                  <a:pt x="0" y="69"/>
                </a:cubicBezTo>
                <a:cubicBezTo>
                  <a:pt x="46" y="160"/>
                  <a:pt x="81" y="266"/>
                  <a:pt x="130" y="374"/>
                </a:cubicBezTo>
                <a:cubicBezTo>
                  <a:pt x="156" y="354"/>
                  <a:pt x="204" y="317"/>
                  <a:pt x="232" y="29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4" name="Freeform 30"/>
          <p:cNvSpPr/>
          <p:nvPr userDrawn="1">
            <p:custDataLst>
              <p:tags r:id="rId20"/>
            </p:custDataLst>
          </p:nvPr>
        </p:nvSpPr>
        <p:spPr bwMode="auto">
          <a:xfrm>
            <a:off x="2141855" y="3024505"/>
            <a:ext cx="1035050" cy="1187450"/>
          </a:xfrm>
          <a:custGeom>
            <a:avLst/>
            <a:gdLst>
              <a:gd name="T0" fmla="*/ 59 w 300"/>
              <a:gd name="T1" fmla="*/ 0 h 344"/>
              <a:gd name="T2" fmla="*/ 61 w 300"/>
              <a:gd name="T3" fmla="*/ 120 h 344"/>
              <a:gd name="T4" fmla="*/ 0 w 300"/>
              <a:gd name="T5" fmla="*/ 171 h 344"/>
              <a:gd name="T6" fmla="*/ 157 w 300"/>
              <a:gd name="T7" fmla="*/ 344 h 344"/>
              <a:gd name="T8" fmla="*/ 300 w 300"/>
              <a:gd name="T9" fmla="*/ 159 h 344"/>
              <a:gd name="T10" fmla="*/ 253 w 300"/>
              <a:gd name="T11" fmla="*/ 120 h 344"/>
              <a:gd name="T12" fmla="*/ 246 w 300"/>
              <a:gd name="T13" fmla="*/ 5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00" h="344">
                <a:moveTo>
                  <a:pt x="59" y="0"/>
                </a:moveTo>
                <a:cubicBezTo>
                  <a:pt x="64" y="53"/>
                  <a:pt x="66" y="67"/>
                  <a:pt x="61" y="120"/>
                </a:cubicBezTo>
                <a:cubicBezTo>
                  <a:pt x="41" y="138"/>
                  <a:pt x="20" y="153"/>
                  <a:pt x="0" y="171"/>
                </a:cubicBezTo>
                <a:cubicBezTo>
                  <a:pt x="54" y="228"/>
                  <a:pt x="104" y="283"/>
                  <a:pt x="157" y="344"/>
                </a:cubicBezTo>
                <a:cubicBezTo>
                  <a:pt x="211" y="275"/>
                  <a:pt x="246" y="228"/>
                  <a:pt x="300" y="159"/>
                </a:cubicBezTo>
                <a:cubicBezTo>
                  <a:pt x="253" y="120"/>
                  <a:pt x="253" y="120"/>
                  <a:pt x="253" y="120"/>
                </a:cubicBezTo>
                <a:cubicBezTo>
                  <a:pt x="248" y="68"/>
                  <a:pt x="246" y="57"/>
                  <a:pt x="246" y="5"/>
                </a:cubicBezTo>
              </a:path>
            </a:pathLst>
          </a:custGeom>
          <a:solidFill>
            <a:srgbClr val="F2A2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5" name="Line 31"/>
          <p:cNvSpPr>
            <a:spLocks noChangeShapeType="1"/>
          </p:cNvSpPr>
          <p:nvPr userDrawn="1">
            <p:custDataLst>
              <p:tags r:id="rId21"/>
            </p:custDataLst>
          </p:nvPr>
        </p:nvSpPr>
        <p:spPr bwMode="auto">
          <a:xfrm>
            <a:off x="2990850" y="3043555"/>
            <a:ext cx="0" cy="0"/>
          </a:xfrm>
          <a:prstGeom prst="line">
            <a:avLst/>
          </a:prstGeom>
          <a:noFill/>
          <a:ln w="11113" cap="flat">
            <a:solidFill>
              <a:srgbClr val="5A5B27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6" name="Freeform 32"/>
          <p:cNvSpPr/>
          <p:nvPr userDrawn="1">
            <p:custDataLst>
              <p:tags r:id="rId22"/>
            </p:custDataLst>
          </p:nvPr>
        </p:nvSpPr>
        <p:spPr bwMode="auto">
          <a:xfrm>
            <a:off x="3109595" y="4688205"/>
            <a:ext cx="795655" cy="1803400"/>
          </a:xfrm>
          <a:custGeom>
            <a:avLst/>
            <a:gdLst>
              <a:gd name="T0" fmla="*/ 231 w 231"/>
              <a:gd name="T1" fmla="*/ 0 h 523"/>
              <a:gd name="T2" fmla="*/ 158 w 231"/>
              <a:gd name="T3" fmla="*/ 214 h 523"/>
              <a:gd name="T4" fmla="*/ 167 w 231"/>
              <a:gd name="T5" fmla="*/ 442 h 523"/>
              <a:gd name="T6" fmla="*/ 101 w 231"/>
              <a:gd name="T7" fmla="*/ 414 h 523"/>
              <a:gd name="T8" fmla="*/ 0 w 231"/>
              <a:gd name="T9" fmla="*/ 172 h 523"/>
              <a:gd name="T10" fmla="*/ 79 w 231"/>
              <a:gd name="T11" fmla="*/ 438 h 523"/>
              <a:gd name="T12" fmla="*/ 231 w 231"/>
              <a:gd name="T13" fmla="*/ 523 h 523"/>
              <a:gd name="T14" fmla="*/ 231 w 231"/>
              <a:gd name="T15" fmla="*/ 0 h 5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31" h="523">
                <a:moveTo>
                  <a:pt x="231" y="0"/>
                </a:moveTo>
                <a:cubicBezTo>
                  <a:pt x="231" y="0"/>
                  <a:pt x="210" y="160"/>
                  <a:pt x="158" y="214"/>
                </a:cubicBezTo>
                <a:cubicBezTo>
                  <a:pt x="167" y="442"/>
                  <a:pt x="167" y="442"/>
                  <a:pt x="167" y="442"/>
                </a:cubicBezTo>
                <a:cubicBezTo>
                  <a:pt x="101" y="414"/>
                  <a:pt x="101" y="414"/>
                  <a:pt x="101" y="414"/>
                </a:cubicBezTo>
                <a:cubicBezTo>
                  <a:pt x="0" y="172"/>
                  <a:pt x="0" y="172"/>
                  <a:pt x="0" y="172"/>
                </a:cubicBezTo>
                <a:cubicBezTo>
                  <a:pt x="79" y="438"/>
                  <a:pt x="79" y="438"/>
                  <a:pt x="79" y="438"/>
                </a:cubicBezTo>
                <a:cubicBezTo>
                  <a:pt x="231" y="523"/>
                  <a:pt x="231" y="523"/>
                  <a:pt x="231" y="523"/>
                </a:cubicBezTo>
                <a:lnTo>
                  <a:pt x="231" y="0"/>
                </a:lnTo>
                <a:close/>
              </a:path>
            </a:pathLst>
          </a:custGeom>
          <a:solidFill>
            <a:srgbClr val="3F93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7" name="Freeform 33"/>
          <p:cNvSpPr/>
          <p:nvPr userDrawn="1">
            <p:custDataLst>
              <p:tags r:id="rId23"/>
            </p:custDataLst>
          </p:nvPr>
        </p:nvSpPr>
        <p:spPr bwMode="auto">
          <a:xfrm>
            <a:off x="2343150" y="2995295"/>
            <a:ext cx="647700" cy="271145"/>
          </a:xfrm>
          <a:custGeom>
            <a:avLst/>
            <a:gdLst>
              <a:gd name="T0" fmla="*/ 4 w 188"/>
              <a:gd name="T1" fmla="*/ 36 h 79"/>
              <a:gd name="T2" fmla="*/ 188 w 188"/>
              <a:gd name="T3" fmla="*/ 39 h 79"/>
              <a:gd name="T4" fmla="*/ 188 w 188"/>
              <a:gd name="T5" fmla="*/ 0 h 79"/>
              <a:gd name="T6" fmla="*/ 0 w 188"/>
              <a:gd name="T7" fmla="*/ 0 h 79"/>
              <a:gd name="T8" fmla="*/ 4 w 188"/>
              <a:gd name="T9" fmla="*/ 36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8" h="79">
                <a:moveTo>
                  <a:pt x="4" y="36"/>
                </a:moveTo>
                <a:cubicBezTo>
                  <a:pt x="34" y="74"/>
                  <a:pt x="138" y="79"/>
                  <a:pt x="188" y="39"/>
                </a:cubicBezTo>
                <a:cubicBezTo>
                  <a:pt x="188" y="0"/>
                  <a:pt x="188" y="0"/>
                  <a:pt x="188" y="0"/>
                </a:cubicBezTo>
                <a:cubicBezTo>
                  <a:pt x="0" y="0"/>
                  <a:pt x="0" y="0"/>
                  <a:pt x="0" y="0"/>
                </a:cubicBezTo>
                <a:lnTo>
                  <a:pt x="4" y="36"/>
                </a:lnTo>
                <a:close/>
              </a:path>
            </a:pathLst>
          </a:custGeom>
          <a:solidFill>
            <a:srgbClr val="D96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8" name="Freeform 34"/>
          <p:cNvSpPr/>
          <p:nvPr userDrawn="1">
            <p:custDataLst>
              <p:tags r:id="rId24"/>
            </p:custDataLst>
          </p:nvPr>
        </p:nvSpPr>
        <p:spPr bwMode="auto">
          <a:xfrm>
            <a:off x="3249295" y="2326005"/>
            <a:ext cx="442595" cy="495300"/>
          </a:xfrm>
          <a:custGeom>
            <a:avLst/>
            <a:gdLst>
              <a:gd name="T0" fmla="*/ 29 w 128"/>
              <a:gd name="T1" fmla="*/ 45 h 144"/>
              <a:gd name="T2" fmla="*/ 81 w 128"/>
              <a:gd name="T3" fmla="*/ 2 h 144"/>
              <a:gd name="T4" fmla="*/ 120 w 128"/>
              <a:gd name="T5" fmla="*/ 29 h 144"/>
              <a:gd name="T6" fmla="*/ 117 w 128"/>
              <a:gd name="T7" fmla="*/ 91 h 144"/>
              <a:gd name="T8" fmla="*/ 107 w 128"/>
              <a:gd name="T9" fmla="*/ 111 h 144"/>
              <a:gd name="T10" fmla="*/ 38 w 128"/>
              <a:gd name="T11" fmla="*/ 143 h 144"/>
              <a:gd name="T12" fmla="*/ 0 w 128"/>
              <a:gd name="T13" fmla="*/ 126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8" h="144">
                <a:moveTo>
                  <a:pt x="29" y="45"/>
                </a:moveTo>
                <a:cubicBezTo>
                  <a:pt x="34" y="12"/>
                  <a:pt x="59" y="0"/>
                  <a:pt x="81" y="2"/>
                </a:cubicBezTo>
                <a:cubicBezTo>
                  <a:pt x="99" y="2"/>
                  <a:pt x="113" y="13"/>
                  <a:pt x="120" y="29"/>
                </a:cubicBezTo>
                <a:cubicBezTo>
                  <a:pt x="128" y="48"/>
                  <a:pt x="124" y="72"/>
                  <a:pt x="117" y="91"/>
                </a:cubicBezTo>
                <a:cubicBezTo>
                  <a:pt x="115" y="98"/>
                  <a:pt x="111" y="105"/>
                  <a:pt x="107" y="111"/>
                </a:cubicBezTo>
                <a:cubicBezTo>
                  <a:pt x="91" y="133"/>
                  <a:pt x="65" y="144"/>
                  <a:pt x="38" y="143"/>
                </a:cubicBezTo>
                <a:cubicBezTo>
                  <a:pt x="25" y="142"/>
                  <a:pt x="9" y="136"/>
                  <a:pt x="0" y="126"/>
                </a:cubicBezTo>
              </a:path>
            </a:pathLst>
          </a:custGeom>
          <a:solidFill>
            <a:srgbClr val="D96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39" name="Freeform 35"/>
          <p:cNvSpPr/>
          <p:nvPr userDrawn="1">
            <p:custDataLst>
              <p:tags r:id="rId25"/>
            </p:custDataLst>
          </p:nvPr>
        </p:nvSpPr>
        <p:spPr bwMode="auto">
          <a:xfrm>
            <a:off x="1674495" y="2326005"/>
            <a:ext cx="429895" cy="495300"/>
          </a:xfrm>
          <a:custGeom>
            <a:avLst/>
            <a:gdLst>
              <a:gd name="T0" fmla="*/ 109 w 125"/>
              <a:gd name="T1" fmla="*/ 74 h 144"/>
              <a:gd name="T2" fmla="*/ 46 w 125"/>
              <a:gd name="T3" fmla="*/ 2 h 144"/>
              <a:gd name="T4" fmla="*/ 8 w 125"/>
              <a:gd name="T5" fmla="*/ 29 h 144"/>
              <a:gd name="T6" fmla="*/ 10 w 125"/>
              <a:gd name="T7" fmla="*/ 91 h 144"/>
              <a:gd name="T8" fmla="*/ 21 w 125"/>
              <a:gd name="T9" fmla="*/ 111 h 144"/>
              <a:gd name="T10" fmla="*/ 90 w 125"/>
              <a:gd name="T11" fmla="*/ 143 h 144"/>
              <a:gd name="T12" fmla="*/ 125 w 125"/>
              <a:gd name="T13" fmla="*/ 127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5" h="144">
                <a:moveTo>
                  <a:pt x="109" y="74"/>
                </a:moveTo>
                <a:cubicBezTo>
                  <a:pt x="101" y="13"/>
                  <a:pt x="69" y="0"/>
                  <a:pt x="46" y="2"/>
                </a:cubicBezTo>
                <a:cubicBezTo>
                  <a:pt x="29" y="2"/>
                  <a:pt x="14" y="13"/>
                  <a:pt x="8" y="29"/>
                </a:cubicBezTo>
                <a:cubicBezTo>
                  <a:pt x="0" y="48"/>
                  <a:pt x="3" y="72"/>
                  <a:pt x="10" y="91"/>
                </a:cubicBezTo>
                <a:cubicBezTo>
                  <a:pt x="13" y="98"/>
                  <a:pt x="17" y="105"/>
                  <a:pt x="21" y="111"/>
                </a:cubicBezTo>
                <a:cubicBezTo>
                  <a:pt x="37" y="133"/>
                  <a:pt x="63" y="144"/>
                  <a:pt x="90" y="143"/>
                </a:cubicBezTo>
                <a:cubicBezTo>
                  <a:pt x="103" y="142"/>
                  <a:pt x="116" y="137"/>
                  <a:pt x="125" y="127"/>
                </a:cubicBezTo>
              </a:path>
            </a:pathLst>
          </a:custGeom>
          <a:solidFill>
            <a:srgbClr val="D96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0" name="Freeform 36"/>
          <p:cNvSpPr/>
          <p:nvPr userDrawn="1">
            <p:custDataLst>
              <p:tags r:id="rId26"/>
            </p:custDataLst>
          </p:nvPr>
        </p:nvSpPr>
        <p:spPr bwMode="auto">
          <a:xfrm>
            <a:off x="1602105" y="863600"/>
            <a:ext cx="2068195" cy="1826895"/>
          </a:xfrm>
          <a:custGeom>
            <a:avLst/>
            <a:gdLst>
              <a:gd name="T0" fmla="*/ 553 w 600"/>
              <a:gd name="T1" fmla="*/ 426 h 530"/>
              <a:gd name="T2" fmla="*/ 554 w 600"/>
              <a:gd name="T3" fmla="*/ 425 h 530"/>
              <a:gd name="T4" fmla="*/ 593 w 600"/>
              <a:gd name="T5" fmla="*/ 305 h 530"/>
              <a:gd name="T6" fmla="*/ 547 w 600"/>
              <a:gd name="T7" fmla="*/ 228 h 530"/>
              <a:gd name="T8" fmla="*/ 541 w 600"/>
              <a:gd name="T9" fmla="*/ 208 h 530"/>
              <a:gd name="T10" fmla="*/ 528 w 600"/>
              <a:gd name="T11" fmla="*/ 150 h 530"/>
              <a:gd name="T12" fmla="*/ 480 w 600"/>
              <a:gd name="T13" fmla="*/ 146 h 530"/>
              <a:gd name="T14" fmla="*/ 457 w 600"/>
              <a:gd name="T15" fmla="*/ 134 h 530"/>
              <a:gd name="T16" fmla="*/ 342 w 600"/>
              <a:gd name="T17" fmla="*/ 13 h 530"/>
              <a:gd name="T18" fmla="*/ 147 w 600"/>
              <a:gd name="T19" fmla="*/ 117 h 530"/>
              <a:gd name="T20" fmla="*/ 124 w 600"/>
              <a:gd name="T21" fmla="*/ 126 h 530"/>
              <a:gd name="T22" fmla="*/ 83 w 600"/>
              <a:gd name="T23" fmla="*/ 115 h 530"/>
              <a:gd name="T24" fmla="*/ 25 w 600"/>
              <a:gd name="T25" fmla="*/ 153 h 530"/>
              <a:gd name="T26" fmla="*/ 30 w 600"/>
              <a:gd name="T27" fmla="*/ 223 h 530"/>
              <a:gd name="T28" fmla="*/ 28 w 600"/>
              <a:gd name="T29" fmla="*/ 241 h 530"/>
              <a:gd name="T30" fmla="*/ 6 w 600"/>
              <a:gd name="T31" fmla="*/ 334 h 530"/>
              <a:gd name="T32" fmla="*/ 60 w 600"/>
              <a:gd name="T33" fmla="*/ 426 h 530"/>
              <a:gd name="T34" fmla="*/ 63 w 600"/>
              <a:gd name="T35" fmla="*/ 430 h 530"/>
              <a:gd name="T36" fmla="*/ 64 w 600"/>
              <a:gd name="T37" fmla="*/ 430 h 530"/>
              <a:gd name="T38" fmla="*/ 152 w 600"/>
              <a:gd name="T39" fmla="*/ 504 h 530"/>
              <a:gd name="T40" fmla="*/ 230 w 600"/>
              <a:gd name="T41" fmla="*/ 529 h 530"/>
              <a:gd name="T42" fmla="*/ 238 w 600"/>
              <a:gd name="T43" fmla="*/ 529 h 530"/>
              <a:gd name="T44" fmla="*/ 488 w 600"/>
              <a:gd name="T45" fmla="*/ 484 h 530"/>
              <a:gd name="T46" fmla="*/ 496 w 600"/>
              <a:gd name="T47" fmla="*/ 480 h 530"/>
              <a:gd name="T48" fmla="*/ 553 w 600"/>
              <a:gd name="T49" fmla="*/ 426 h 5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00" h="530">
                <a:moveTo>
                  <a:pt x="553" y="426"/>
                </a:moveTo>
                <a:cubicBezTo>
                  <a:pt x="553" y="426"/>
                  <a:pt x="554" y="425"/>
                  <a:pt x="554" y="425"/>
                </a:cubicBezTo>
                <a:cubicBezTo>
                  <a:pt x="580" y="393"/>
                  <a:pt x="600" y="345"/>
                  <a:pt x="593" y="305"/>
                </a:cubicBezTo>
                <a:cubicBezTo>
                  <a:pt x="588" y="271"/>
                  <a:pt x="568" y="244"/>
                  <a:pt x="547" y="228"/>
                </a:cubicBezTo>
                <a:cubicBezTo>
                  <a:pt x="540" y="223"/>
                  <a:pt x="538" y="215"/>
                  <a:pt x="541" y="208"/>
                </a:cubicBezTo>
                <a:cubicBezTo>
                  <a:pt x="550" y="189"/>
                  <a:pt x="545" y="163"/>
                  <a:pt x="528" y="150"/>
                </a:cubicBezTo>
                <a:cubicBezTo>
                  <a:pt x="514" y="140"/>
                  <a:pt x="495" y="139"/>
                  <a:pt x="480" y="146"/>
                </a:cubicBezTo>
                <a:cubicBezTo>
                  <a:pt x="470" y="151"/>
                  <a:pt x="458" y="145"/>
                  <a:pt x="457" y="134"/>
                </a:cubicBezTo>
                <a:cubicBezTo>
                  <a:pt x="446" y="75"/>
                  <a:pt x="403" y="23"/>
                  <a:pt x="342" y="13"/>
                </a:cubicBezTo>
                <a:cubicBezTo>
                  <a:pt x="262" y="0"/>
                  <a:pt x="173" y="39"/>
                  <a:pt x="147" y="117"/>
                </a:cubicBezTo>
                <a:cubicBezTo>
                  <a:pt x="144" y="126"/>
                  <a:pt x="133" y="131"/>
                  <a:pt x="124" y="126"/>
                </a:cubicBezTo>
                <a:cubicBezTo>
                  <a:pt x="111" y="120"/>
                  <a:pt x="97" y="115"/>
                  <a:pt x="83" y="115"/>
                </a:cubicBezTo>
                <a:cubicBezTo>
                  <a:pt x="58" y="115"/>
                  <a:pt x="34" y="129"/>
                  <a:pt x="25" y="153"/>
                </a:cubicBezTo>
                <a:cubicBezTo>
                  <a:pt x="16" y="176"/>
                  <a:pt x="18" y="200"/>
                  <a:pt x="30" y="223"/>
                </a:cubicBezTo>
                <a:cubicBezTo>
                  <a:pt x="33" y="229"/>
                  <a:pt x="32" y="236"/>
                  <a:pt x="28" y="241"/>
                </a:cubicBezTo>
                <a:cubicBezTo>
                  <a:pt x="7" y="266"/>
                  <a:pt x="0" y="302"/>
                  <a:pt x="6" y="334"/>
                </a:cubicBezTo>
                <a:cubicBezTo>
                  <a:pt x="13" y="370"/>
                  <a:pt x="34" y="401"/>
                  <a:pt x="60" y="426"/>
                </a:cubicBezTo>
                <a:cubicBezTo>
                  <a:pt x="61" y="427"/>
                  <a:pt x="63" y="428"/>
                  <a:pt x="63" y="430"/>
                </a:cubicBezTo>
                <a:cubicBezTo>
                  <a:pt x="64" y="430"/>
                  <a:pt x="64" y="430"/>
                  <a:pt x="64" y="430"/>
                </a:cubicBezTo>
                <a:cubicBezTo>
                  <a:pt x="82" y="465"/>
                  <a:pt x="114" y="492"/>
                  <a:pt x="152" y="504"/>
                </a:cubicBezTo>
                <a:cubicBezTo>
                  <a:pt x="230" y="529"/>
                  <a:pt x="230" y="529"/>
                  <a:pt x="230" y="529"/>
                </a:cubicBezTo>
                <a:cubicBezTo>
                  <a:pt x="233" y="529"/>
                  <a:pt x="235" y="530"/>
                  <a:pt x="238" y="529"/>
                </a:cubicBezTo>
                <a:cubicBezTo>
                  <a:pt x="488" y="484"/>
                  <a:pt x="488" y="484"/>
                  <a:pt x="488" y="484"/>
                </a:cubicBezTo>
                <a:cubicBezTo>
                  <a:pt x="491" y="484"/>
                  <a:pt x="494" y="482"/>
                  <a:pt x="496" y="480"/>
                </a:cubicBezTo>
                <a:lnTo>
                  <a:pt x="553" y="4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1" name="Freeform 37"/>
          <p:cNvSpPr/>
          <p:nvPr userDrawn="1">
            <p:custDataLst>
              <p:tags r:id="rId27"/>
            </p:custDataLst>
          </p:nvPr>
        </p:nvSpPr>
        <p:spPr bwMode="auto">
          <a:xfrm>
            <a:off x="2021205" y="1714500"/>
            <a:ext cx="1329055" cy="1441450"/>
          </a:xfrm>
          <a:custGeom>
            <a:avLst/>
            <a:gdLst>
              <a:gd name="T0" fmla="*/ 10 w 385"/>
              <a:gd name="T1" fmla="*/ 272 h 418"/>
              <a:gd name="T2" fmla="*/ 10 w 385"/>
              <a:gd name="T3" fmla="*/ 270 h 418"/>
              <a:gd name="T4" fmla="*/ 36 w 385"/>
              <a:gd name="T5" fmla="*/ 164 h 418"/>
              <a:gd name="T6" fmla="*/ 49 w 385"/>
              <a:gd name="T7" fmla="*/ 101 h 418"/>
              <a:gd name="T8" fmla="*/ 62 w 385"/>
              <a:gd name="T9" fmla="*/ 91 h 418"/>
              <a:gd name="T10" fmla="*/ 75 w 385"/>
              <a:gd name="T11" fmla="*/ 90 h 418"/>
              <a:gd name="T12" fmla="*/ 125 w 385"/>
              <a:gd name="T13" fmla="*/ 54 h 418"/>
              <a:gd name="T14" fmla="*/ 135 w 385"/>
              <a:gd name="T15" fmla="*/ 21 h 418"/>
              <a:gd name="T16" fmla="*/ 152 w 385"/>
              <a:gd name="T17" fmla="*/ 13 h 418"/>
              <a:gd name="T18" fmla="*/ 173 w 385"/>
              <a:gd name="T19" fmla="*/ 22 h 418"/>
              <a:gd name="T20" fmla="*/ 278 w 385"/>
              <a:gd name="T21" fmla="*/ 5 h 418"/>
              <a:gd name="T22" fmla="*/ 295 w 385"/>
              <a:gd name="T23" fmla="*/ 13 h 418"/>
              <a:gd name="T24" fmla="*/ 309 w 385"/>
              <a:gd name="T25" fmla="*/ 47 h 418"/>
              <a:gd name="T26" fmla="*/ 353 w 385"/>
              <a:gd name="T27" fmla="*/ 72 h 418"/>
              <a:gd name="T28" fmla="*/ 362 w 385"/>
              <a:gd name="T29" fmla="*/ 84 h 418"/>
              <a:gd name="T30" fmla="*/ 385 w 385"/>
              <a:gd name="T31" fmla="*/ 222 h 418"/>
              <a:gd name="T32" fmla="*/ 385 w 385"/>
              <a:gd name="T33" fmla="*/ 222 h 418"/>
              <a:gd name="T34" fmla="*/ 285 w 385"/>
              <a:gd name="T35" fmla="*/ 382 h 418"/>
              <a:gd name="T36" fmla="*/ 126 w 385"/>
              <a:gd name="T37" fmla="*/ 397 h 418"/>
              <a:gd name="T38" fmla="*/ 13 w 385"/>
              <a:gd name="T39" fmla="*/ 280 h 418"/>
              <a:gd name="T40" fmla="*/ 10 w 385"/>
              <a:gd name="T41" fmla="*/ 272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85" h="418">
                <a:moveTo>
                  <a:pt x="10" y="272"/>
                </a:moveTo>
                <a:cubicBezTo>
                  <a:pt x="10" y="271"/>
                  <a:pt x="10" y="271"/>
                  <a:pt x="10" y="270"/>
                </a:cubicBezTo>
                <a:cubicBezTo>
                  <a:pt x="0" y="231"/>
                  <a:pt x="25" y="201"/>
                  <a:pt x="36" y="164"/>
                </a:cubicBezTo>
                <a:cubicBezTo>
                  <a:pt x="43" y="144"/>
                  <a:pt x="47" y="122"/>
                  <a:pt x="49" y="101"/>
                </a:cubicBezTo>
                <a:cubicBezTo>
                  <a:pt x="50" y="95"/>
                  <a:pt x="56" y="90"/>
                  <a:pt x="62" y="91"/>
                </a:cubicBezTo>
                <a:cubicBezTo>
                  <a:pt x="66" y="91"/>
                  <a:pt x="71" y="91"/>
                  <a:pt x="75" y="90"/>
                </a:cubicBezTo>
                <a:cubicBezTo>
                  <a:pt x="95" y="85"/>
                  <a:pt x="114" y="72"/>
                  <a:pt x="125" y="54"/>
                </a:cubicBezTo>
                <a:cubicBezTo>
                  <a:pt x="130" y="44"/>
                  <a:pt x="134" y="33"/>
                  <a:pt x="135" y="21"/>
                </a:cubicBezTo>
                <a:cubicBezTo>
                  <a:pt x="136" y="13"/>
                  <a:pt x="145" y="9"/>
                  <a:pt x="152" y="13"/>
                </a:cubicBezTo>
                <a:cubicBezTo>
                  <a:pt x="159" y="17"/>
                  <a:pt x="166" y="20"/>
                  <a:pt x="173" y="22"/>
                </a:cubicBezTo>
                <a:cubicBezTo>
                  <a:pt x="208" y="32"/>
                  <a:pt x="246" y="23"/>
                  <a:pt x="278" y="5"/>
                </a:cubicBezTo>
                <a:cubicBezTo>
                  <a:pt x="286" y="0"/>
                  <a:pt x="295" y="5"/>
                  <a:pt x="295" y="13"/>
                </a:cubicBezTo>
                <a:cubicBezTo>
                  <a:pt x="296" y="25"/>
                  <a:pt x="301" y="38"/>
                  <a:pt x="309" y="47"/>
                </a:cubicBezTo>
                <a:cubicBezTo>
                  <a:pt x="320" y="60"/>
                  <a:pt x="336" y="68"/>
                  <a:pt x="353" y="72"/>
                </a:cubicBezTo>
                <a:cubicBezTo>
                  <a:pt x="359" y="73"/>
                  <a:pt x="362" y="78"/>
                  <a:pt x="362" y="84"/>
                </a:cubicBezTo>
                <a:cubicBezTo>
                  <a:pt x="357" y="130"/>
                  <a:pt x="366" y="180"/>
                  <a:pt x="385" y="222"/>
                </a:cubicBezTo>
                <a:cubicBezTo>
                  <a:pt x="385" y="222"/>
                  <a:pt x="385" y="222"/>
                  <a:pt x="385" y="222"/>
                </a:cubicBezTo>
                <a:cubicBezTo>
                  <a:pt x="375" y="285"/>
                  <a:pt x="345" y="340"/>
                  <a:pt x="285" y="382"/>
                </a:cubicBezTo>
                <a:cubicBezTo>
                  <a:pt x="239" y="414"/>
                  <a:pt x="177" y="418"/>
                  <a:pt x="126" y="397"/>
                </a:cubicBezTo>
                <a:cubicBezTo>
                  <a:pt x="74" y="376"/>
                  <a:pt x="34" y="331"/>
                  <a:pt x="13" y="280"/>
                </a:cubicBezTo>
                <a:cubicBezTo>
                  <a:pt x="12" y="277"/>
                  <a:pt x="11" y="274"/>
                  <a:pt x="10" y="272"/>
                </a:cubicBezTo>
                <a:close/>
              </a:path>
            </a:pathLst>
          </a:custGeom>
          <a:solidFill>
            <a:srgbClr val="F2A2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2" name="Oval 38"/>
          <p:cNvSpPr>
            <a:spLocks noChangeArrowheads="1"/>
          </p:cNvSpPr>
          <p:nvPr userDrawn="1">
            <p:custDataLst>
              <p:tags r:id="rId28"/>
            </p:custDataLst>
          </p:nvPr>
        </p:nvSpPr>
        <p:spPr bwMode="auto">
          <a:xfrm>
            <a:off x="2057400" y="2184400"/>
            <a:ext cx="548005" cy="548005"/>
          </a:xfrm>
          <a:prstGeom prst="ellipse">
            <a:avLst/>
          </a:prstGeom>
          <a:solidFill>
            <a:srgbClr val="D96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4" name="Oval 39"/>
          <p:cNvSpPr>
            <a:spLocks noChangeArrowheads="1"/>
          </p:cNvSpPr>
          <p:nvPr userDrawn="1">
            <p:custDataLst>
              <p:tags r:id="rId29"/>
            </p:custDataLst>
          </p:nvPr>
        </p:nvSpPr>
        <p:spPr bwMode="auto">
          <a:xfrm>
            <a:off x="2804795" y="2184400"/>
            <a:ext cx="546100" cy="548005"/>
          </a:xfrm>
          <a:prstGeom prst="ellipse">
            <a:avLst/>
          </a:prstGeom>
          <a:solidFill>
            <a:srgbClr val="D96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5" name="Oval 40"/>
          <p:cNvSpPr>
            <a:spLocks noChangeArrowheads="1"/>
          </p:cNvSpPr>
          <p:nvPr userDrawn="1">
            <p:custDataLst>
              <p:tags r:id="rId30"/>
            </p:custDataLst>
          </p:nvPr>
        </p:nvSpPr>
        <p:spPr bwMode="auto">
          <a:xfrm>
            <a:off x="2057400" y="2133600"/>
            <a:ext cx="548005" cy="54800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6" name="Oval 41"/>
          <p:cNvSpPr>
            <a:spLocks noChangeArrowheads="1"/>
          </p:cNvSpPr>
          <p:nvPr userDrawn="1">
            <p:custDataLst>
              <p:tags r:id="rId31"/>
            </p:custDataLst>
          </p:nvPr>
        </p:nvSpPr>
        <p:spPr bwMode="auto">
          <a:xfrm>
            <a:off x="2804795" y="2133600"/>
            <a:ext cx="546100" cy="54800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7" name="Oval 42"/>
          <p:cNvSpPr>
            <a:spLocks noChangeArrowheads="1"/>
          </p:cNvSpPr>
          <p:nvPr userDrawn="1">
            <p:custDataLst>
              <p:tags r:id="rId32"/>
            </p:custDataLst>
          </p:nvPr>
        </p:nvSpPr>
        <p:spPr bwMode="auto">
          <a:xfrm>
            <a:off x="2408555" y="2457450"/>
            <a:ext cx="59055" cy="61595"/>
          </a:xfrm>
          <a:prstGeom prst="ellipse">
            <a:avLst/>
          </a:prstGeom>
          <a:solidFill>
            <a:srgbClr val="3A21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8" name="Oval 43"/>
          <p:cNvSpPr>
            <a:spLocks noChangeArrowheads="1"/>
          </p:cNvSpPr>
          <p:nvPr userDrawn="1">
            <p:custDataLst>
              <p:tags r:id="rId33"/>
            </p:custDataLst>
          </p:nvPr>
        </p:nvSpPr>
        <p:spPr bwMode="auto">
          <a:xfrm>
            <a:off x="2929255" y="2457450"/>
            <a:ext cx="61595" cy="61595"/>
          </a:xfrm>
          <a:prstGeom prst="ellipse">
            <a:avLst/>
          </a:prstGeom>
          <a:solidFill>
            <a:srgbClr val="3A21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49" name="Freeform 44"/>
          <p:cNvSpPr/>
          <p:nvPr userDrawn="1">
            <p:custDataLst>
              <p:tags r:id="rId34"/>
            </p:custDataLst>
          </p:nvPr>
        </p:nvSpPr>
        <p:spPr bwMode="auto">
          <a:xfrm>
            <a:off x="2546350" y="2774950"/>
            <a:ext cx="311150" cy="192405"/>
          </a:xfrm>
          <a:custGeom>
            <a:avLst/>
            <a:gdLst>
              <a:gd name="T0" fmla="*/ 1 w 90"/>
              <a:gd name="T1" fmla="*/ 0 h 56"/>
              <a:gd name="T2" fmla="*/ 15 w 90"/>
              <a:gd name="T3" fmla="*/ 41 h 56"/>
              <a:gd name="T4" fmla="*/ 61 w 90"/>
              <a:gd name="T5" fmla="*/ 49 h 56"/>
              <a:gd name="T6" fmla="*/ 88 w 90"/>
              <a:gd name="T7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0" h="56">
                <a:moveTo>
                  <a:pt x="1" y="0"/>
                </a:moveTo>
                <a:cubicBezTo>
                  <a:pt x="0" y="15"/>
                  <a:pt x="5" y="31"/>
                  <a:pt x="15" y="41"/>
                </a:cubicBezTo>
                <a:cubicBezTo>
                  <a:pt x="26" y="52"/>
                  <a:pt x="48" y="56"/>
                  <a:pt x="61" y="49"/>
                </a:cubicBezTo>
                <a:cubicBezTo>
                  <a:pt x="80" y="39"/>
                  <a:pt x="90" y="21"/>
                  <a:pt x="88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0" name="Freeform 45"/>
          <p:cNvSpPr/>
          <p:nvPr userDrawn="1">
            <p:custDataLst>
              <p:tags r:id="rId35"/>
            </p:custDataLst>
          </p:nvPr>
        </p:nvSpPr>
        <p:spPr bwMode="auto">
          <a:xfrm>
            <a:off x="2635250" y="2298700"/>
            <a:ext cx="131445" cy="484505"/>
          </a:xfrm>
          <a:custGeom>
            <a:avLst/>
            <a:gdLst>
              <a:gd name="T0" fmla="*/ 18 w 38"/>
              <a:gd name="T1" fmla="*/ 0 h 141"/>
              <a:gd name="T2" fmla="*/ 5 w 38"/>
              <a:gd name="T3" fmla="*/ 134 h 141"/>
              <a:gd name="T4" fmla="*/ 34 w 38"/>
              <a:gd name="T5" fmla="*/ 134 h 141"/>
              <a:gd name="T6" fmla="*/ 18 w 38"/>
              <a:gd name="T7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" h="141">
                <a:moveTo>
                  <a:pt x="18" y="0"/>
                </a:moveTo>
                <a:cubicBezTo>
                  <a:pt x="14" y="0"/>
                  <a:pt x="0" y="128"/>
                  <a:pt x="5" y="134"/>
                </a:cubicBezTo>
                <a:cubicBezTo>
                  <a:pt x="11" y="141"/>
                  <a:pt x="30" y="140"/>
                  <a:pt x="34" y="134"/>
                </a:cubicBezTo>
                <a:cubicBezTo>
                  <a:pt x="38" y="129"/>
                  <a:pt x="25" y="0"/>
                  <a:pt x="18" y="0"/>
                </a:cubicBezTo>
                <a:close/>
              </a:path>
            </a:pathLst>
          </a:custGeom>
          <a:solidFill>
            <a:srgbClr val="D96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1" name="Freeform 46"/>
          <p:cNvSpPr/>
          <p:nvPr userDrawn="1">
            <p:custDataLst>
              <p:tags r:id="rId36"/>
            </p:custDataLst>
          </p:nvPr>
        </p:nvSpPr>
        <p:spPr bwMode="auto">
          <a:xfrm>
            <a:off x="3363595" y="2402205"/>
            <a:ext cx="245745" cy="182245"/>
          </a:xfrm>
          <a:custGeom>
            <a:avLst/>
            <a:gdLst>
              <a:gd name="T0" fmla="*/ 0 w 71"/>
              <a:gd name="T1" fmla="*/ 16 h 53"/>
              <a:gd name="T2" fmla="*/ 32 w 71"/>
              <a:gd name="T3" fmla="*/ 1 h 53"/>
              <a:gd name="T4" fmla="*/ 64 w 71"/>
              <a:gd name="T5" fmla="*/ 16 h 53"/>
              <a:gd name="T6" fmla="*/ 69 w 71"/>
              <a:gd name="T7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1" h="53">
                <a:moveTo>
                  <a:pt x="0" y="16"/>
                </a:moveTo>
                <a:cubicBezTo>
                  <a:pt x="9" y="8"/>
                  <a:pt x="20" y="2"/>
                  <a:pt x="32" y="1"/>
                </a:cubicBezTo>
                <a:cubicBezTo>
                  <a:pt x="45" y="0"/>
                  <a:pt x="57" y="6"/>
                  <a:pt x="64" y="16"/>
                </a:cubicBezTo>
                <a:cubicBezTo>
                  <a:pt x="71" y="26"/>
                  <a:pt x="71" y="40"/>
                  <a:pt x="69" y="53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2" name="Freeform 47"/>
          <p:cNvSpPr/>
          <p:nvPr userDrawn="1">
            <p:custDataLst>
              <p:tags r:id="rId37"/>
            </p:custDataLst>
          </p:nvPr>
        </p:nvSpPr>
        <p:spPr bwMode="auto">
          <a:xfrm>
            <a:off x="1746250" y="2398395"/>
            <a:ext cx="137795" cy="224155"/>
          </a:xfrm>
          <a:custGeom>
            <a:avLst/>
            <a:gdLst>
              <a:gd name="T0" fmla="*/ 10 w 40"/>
              <a:gd name="T1" fmla="*/ 65 h 65"/>
              <a:gd name="T2" fmla="*/ 6 w 40"/>
              <a:gd name="T3" fmla="*/ 24 h 65"/>
              <a:gd name="T4" fmla="*/ 40 w 40"/>
              <a:gd name="T5" fmla="*/ 1 h 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65">
                <a:moveTo>
                  <a:pt x="10" y="65"/>
                </a:moveTo>
                <a:cubicBezTo>
                  <a:pt x="2" y="53"/>
                  <a:pt x="0" y="37"/>
                  <a:pt x="6" y="24"/>
                </a:cubicBezTo>
                <a:cubicBezTo>
                  <a:pt x="11" y="10"/>
                  <a:pt x="25" y="0"/>
                  <a:pt x="40" y="1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3" name="Freeform 48"/>
          <p:cNvSpPr/>
          <p:nvPr userDrawn="1">
            <p:custDataLst>
              <p:tags r:id="rId38"/>
            </p:custDataLst>
          </p:nvPr>
        </p:nvSpPr>
        <p:spPr bwMode="auto">
          <a:xfrm>
            <a:off x="3454400" y="2425700"/>
            <a:ext cx="106045" cy="252095"/>
          </a:xfrm>
          <a:custGeom>
            <a:avLst/>
            <a:gdLst>
              <a:gd name="T0" fmla="*/ 29 w 31"/>
              <a:gd name="T1" fmla="*/ 0 h 73"/>
              <a:gd name="T2" fmla="*/ 29 w 31"/>
              <a:gd name="T3" fmla="*/ 22 h 73"/>
              <a:gd name="T4" fmla="*/ 0 w 31"/>
              <a:gd name="T5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" h="73">
                <a:moveTo>
                  <a:pt x="29" y="0"/>
                </a:moveTo>
                <a:cubicBezTo>
                  <a:pt x="31" y="7"/>
                  <a:pt x="31" y="15"/>
                  <a:pt x="29" y="22"/>
                </a:cubicBezTo>
                <a:cubicBezTo>
                  <a:pt x="26" y="42"/>
                  <a:pt x="15" y="60"/>
                  <a:pt x="0" y="73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4" name="Freeform 49"/>
          <p:cNvSpPr/>
          <p:nvPr userDrawn="1">
            <p:custDataLst>
              <p:tags r:id="rId39"/>
            </p:custDataLst>
          </p:nvPr>
        </p:nvSpPr>
        <p:spPr bwMode="auto">
          <a:xfrm>
            <a:off x="1788795" y="2442845"/>
            <a:ext cx="95250" cy="217805"/>
          </a:xfrm>
          <a:custGeom>
            <a:avLst/>
            <a:gdLst>
              <a:gd name="T0" fmla="*/ 2 w 28"/>
              <a:gd name="T1" fmla="*/ 0 h 63"/>
              <a:gd name="T2" fmla="*/ 0 w 28"/>
              <a:gd name="T3" fmla="*/ 12 h 63"/>
              <a:gd name="T4" fmla="*/ 7 w 28"/>
              <a:gd name="T5" fmla="*/ 42 h 63"/>
              <a:gd name="T6" fmla="*/ 28 w 28"/>
              <a:gd name="T7" fmla="*/ 63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" h="63">
                <a:moveTo>
                  <a:pt x="2" y="0"/>
                </a:moveTo>
                <a:cubicBezTo>
                  <a:pt x="0" y="3"/>
                  <a:pt x="0" y="8"/>
                  <a:pt x="0" y="12"/>
                </a:cubicBezTo>
                <a:cubicBezTo>
                  <a:pt x="1" y="22"/>
                  <a:pt x="3" y="32"/>
                  <a:pt x="7" y="42"/>
                </a:cubicBezTo>
                <a:cubicBezTo>
                  <a:pt x="12" y="51"/>
                  <a:pt x="19" y="59"/>
                  <a:pt x="28" y="63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5" name="Freeform 50"/>
          <p:cNvSpPr/>
          <p:nvPr userDrawn="1">
            <p:custDataLst>
              <p:tags r:id="rId40"/>
            </p:custDataLst>
          </p:nvPr>
        </p:nvSpPr>
        <p:spPr bwMode="auto">
          <a:xfrm>
            <a:off x="2946400" y="2298700"/>
            <a:ext cx="182245" cy="40005"/>
          </a:xfrm>
          <a:custGeom>
            <a:avLst/>
            <a:gdLst>
              <a:gd name="T0" fmla="*/ 0 w 53"/>
              <a:gd name="T1" fmla="*/ 6 h 12"/>
              <a:gd name="T2" fmla="*/ 53 w 53"/>
              <a:gd name="T3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3" h="12">
                <a:moveTo>
                  <a:pt x="0" y="6"/>
                </a:moveTo>
                <a:cubicBezTo>
                  <a:pt x="17" y="0"/>
                  <a:pt x="37" y="2"/>
                  <a:pt x="53" y="12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6" name="Freeform 51"/>
          <p:cNvSpPr/>
          <p:nvPr userDrawn="1">
            <p:custDataLst>
              <p:tags r:id="rId41"/>
            </p:custDataLst>
          </p:nvPr>
        </p:nvSpPr>
        <p:spPr bwMode="auto">
          <a:xfrm>
            <a:off x="2294255" y="2311400"/>
            <a:ext cx="165100" cy="31750"/>
          </a:xfrm>
          <a:custGeom>
            <a:avLst/>
            <a:gdLst>
              <a:gd name="T0" fmla="*/ 48 w 48"/>
              <a:gd name="T1" fmla="*/ 3 h 9"/>
              <a:gd name="T2" fmla="*/ 0 w 48"/>
              <a:gd name="T3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8" h="9">
                <a:moveTo>
                  <a:pt x="48" y="3"/>
                </a:moveTo>
                <a:cubicBezTo>
                  <a:pt x="32" y="0"/>
                  <a:pt x="15" y="2"/>
                  <a:pt x="0" y="9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7" name="Freeform 52"/>
          <p:cNvSpPr/>
          <p:nvPr userDrawn="1">
            <p:custDataLst>
              <p:tags r:id="rId42"/>
            </p:custDataLst>
          </p:nvPr>
        </p:nvSpPr>
        <p:spPr bwMode="auto">
          <a:xfrm>
            <a:off x="2588895" y="2300605"/>
            <a:ext cx="241300" cy="82550"/>
          </a:xfrm>
          <a:custGeom>
            <a:avLst/>
            <a:gdLst>
              <a:gd name="T0" fmla="*/ 0 w 70"/>
              <a:gd name="T1" fmla="*/ 22 h 24"/>
              <a:gd name="T2" fmla="*/ 18 w 70"/>
              <a:gd name="T3" fmla="*/ 4 h 24"/>
              <a:gd name="T4" fmla="*/ 44 w 70"/>
              <a:gd name="T5" fmla="*/ 1 h 24"/>
              <a:gd name="T6" fmla="*/ 60 w 70"/>
              <a:gd name="T7" fmla="*/ 9 h 24"/>
              <a:gd name="T8" fmla="*/ 70 w 70"/>
              <a:gd name="T9" fmla="*/ 24 h 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" h="24">
                <a:moveTo>
                  <a:pt x="0" y="22"/>
                </a:moveTo>
                <a:cubicBezTo>
                  <a:pt x="3" y="14"/>
                  <a:pt x="10" y="7"/>
                  <a:pt x="18" y="4"/>
                </a:cubicBezTo>
                <a:cubicBezTo>
                  <a:pt x="26" y="0"/>
                  <a:pt x="35" y="0"/>
                  <a:pt x="44" y="1"/>
                </a:cubicBezTo>
                <a:cubicBezTo>
                  <a:pt x="50" y="3"/>
                  <a:pt x="56" y="5"/>
                  <a:pt x="60" y="9"/>
                </a:cubicBezTo>
                <a:cubicBezTo>
                  <a:pt x="65" y="13"/>
                  <a:pt x="69" y="18"/>
                  <a:pt x="70" y="24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8" name="Freeform 53"/>
          <p:cNvSpPr/>
          <p:nvPr userDrawn="1">
            <p:custDataLst>
              <p:tags r:id="rId43"/>
            </p:custDataLst>
          </p:nvPr>
        </p:nvSpPr>
        <p:spPr bwMode="auto">
          <a:xfrm>
            <a:off x="2961005" y="4294505"/>
            <a:ext cx="57150" cy="65405"/>
          </a:xfrm>
          <a:custGeom>
            <a:avLst/>
            <a:gdLst>
              <a:gd name="T0" fmla="*/ 2 w 17"/>
              <a:gd name="T1" fmla="*/ 4 h 19"/>
              <a:gd name="T2" fmla="*/ 1 w 17"/>
              <a:gd name="T3" fmla="*/ 7 h 19"/>
              <a:gd name="T4" fmla="*/ 4 w 17"/>
              <a:gd name="T5" fmla="*/ 17 h 19"/>
              <a:gd name="T6" fmla="*/ 16 w 17"/>
              <a:gd name="T7" fmla="*/ 12 h 19"/>
              <a:gd name="T8" fmla="*/ 14 w 17"/>
              <a:gd name="T9" fmla="*/ 3 h 19"/>
              <a:gd name="T10" fmla="*/ 2 w 17"/>
              <a:gd name="T11" fmla="*/ 4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7" h="19">
                <a:moveTo>
                  <a:pt x="2" y="4"/>
                </a:moveTo>
                <a:cubicBezTo>
                  <a:pt x="2" y="5"/>
                  <a:pt x="1" y="6"/>
                  <a:pt x="1" y="7"/>
                </a:cubicBezTo>
                <a:cubicBezTo>
                  <a:pt x="0" y="11"/>
                  <a:pt x="1" y="15"/>
                  <a:pt x="4" y="17"/>
                </a:cubicBezTo>
                <a:cubicBezTo>
                  <a:pt x="9" y="19"/>
                  <a:pt x="15" y="17"/>
                  <a:pt x="16" y="12"/>
                </a:cubicBezTo>
                <a:cubicBezTo>
                  <a:pt x="17" y="9"/>
                  <a:pt x="16" y="5"/>
                  <a:pt x="14" y="3"/>
                </a:cubicBezTo>
                <a:cubicBezTo>
                  <a:pt x="10" y="0"/>
                  <a:pt x="5" y="1"/>
                  <a:pt x="2" y="4"/>
                </a:cubicBezTo>
                <a:close/>
              </a:path>
            </a:pathLst>
          </a:custGeom>
          <a:solidFill>
            <a:srgbClr val="3A21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59" name="Freeform 54"/>
          <p:cNvSpPr/>
          <p:nvPr userDrawn="1">
            <p:custDataLst>
              <p:tags r:id="rId44"/>
            </p:custDataLst>
          </p:nvPr>
        </p:nvSpPr>
        <p:spPr bwMode="auto">
          <a:xfrm>
            <a:off x="2808605" y="4542155"/>
            <a:ext cx="61595" cy="65405"/>
          </a:xfrm>
          <a:custGeom>
            <a:avLst/>
            <a:gdLst>
              <a:gd name="T0" fmla="*/ 3 w 18"/>
              <a:gd name="T1" fmla="*/ 4 h 19"/>
              <a:gd name="T2" fmla="*/ 1 w 18"/>
              <a:gd name="T3" fmla="*/ 7 h 19"/>
              <a:gd name="T4" fmla="*/ 5 w 18"/>
              <a:gd name="T5" fmla="*/ 17 h 19"/>
              <a:gd name="T6" fmla="*/ 17 w 18"/>
              <a:gd name="T7" fmla="*/ 12 h 19"/>
              <a:gd name="T8" fmla="*/ 14 w 18"/>
              <a:gd name="T9" fmla="*/ 3 h 19"/>
              <a:gd name="T10" fmla="*/ 3 w 18"/>
              <a:gd name="T11" fmla="*/ 4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19">
                <a:moveTo>
                  <a:pt x="3" y="4"/>
                </a:moveTo>
                <a:cubicBezTo>
                  <a:pt x="2" y="5"/>
                  <a:pt x="2" y="6"/>
                  <a:pt x="1" y="7"/>
                </a:cubicBezTo>
                <a:cubicBezTo>
                  <a:pt x="0" y="11"/>
                  <a:pt x="2" y="15"/>
                  <a:pt x="5" y="17"/>
                </a:cubicBezTo>
                <a:cubicBezTo>
                  <a:pt x="9" y="19"/>
                  <a:pt x="16" y="17"/>
                  <a:pt x="17" y="12"/>
                </a:cubicBezTo>
                <a:cubicBezTo>
                  <a:pt x="18" y="9"/>
                  <a:pt x="17" y="5"/>
                  <a:pt x="14" y="3"/>
                </a:cubicBezTo>
                <a:cubicBezTo>
                  <a:pt x="11" y="0"/>
                  <a:pt x="5" y="1"/>
                  <a:pt x="3" y="4"/>
                </a:cubicBezTo>
                <a:close/>
              </a:path>
            </a:pathLst>
          </a:custGeom>
          <a:solidFill>
            <a:srgbClr val="3A21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0" name="Freeform 55"/>
          <p:cNvSpPr/>
          <p:nvPr userDrawn="1">
            <p:custDataLst>
              <p:tags r:id="rId45"/>
            </p:custDataLst>
          </p:nvPr>
        </p:nvSpPr>
        <p:spPr bwMode="auto">
          <a:xfrm>
            <a:off x="2760345" y="6732905"/>
            <a:ext cx="61595" cy="65405"/>
          </a:xfrm>
          <a:custGeom>
            <a:avLst/>
            <a:gdLst>
              <a:gd name="T0" fmla="*/ 3 w 18"/>
              <a:gd name="T1" fmla="*/ 4 h 19"/>
              <a:gd name="T2" fmla="*/ 1 w 18"/>
              <a:gd name="T3" fmla="*/ 7 h 19"/>
              <a:gd name="T4" fmla="*/ 5 w 18"/>
              <a:gd name="T5" fmla="*/ 17 h 19"/>
              <a:gd name="T6" fmla="*/ 17 w 18"/>
              <a:gd name="T7" fmla="*/ 12 h 19"/>
              <a:gd name="T8" fmla="*/ 14 w 18"/>
              <a:gd name="T9" fmla="*/ 3 h 19"/>
              <a:gd name="T10" fmla="*/ 3 w 18"/>
              <a:gd name="T11" fmla="*/ 4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19">
                <a:moveTo>
                  <a:pt x="3" y="4"/>
                </a:moveTo>
                <a:cubicBezTo>
                  <a:pt x="2" y="5"/>
                  <a:pt x="2" y="6"/>
                  <a:pt x="1" y="7"/>
                </a:cubicBezTo>
                <a:cubicBezTo>
                  <a:pt x="0" y="11"/>
                  <a:pt x="2" y="15"/>
                  <a:pt x="5" y="17"/>
                </a:cubicBezTo>
                <a:cubicBezTo>
                  <a:pt x="9" y="19"/>
                  <a:pt x="16" y="17"/>
                  <a:pt x="17" y="12"/>
                </a:cubicBezTo>
                <a:cubicBezTo>
                  <a:pt x="18" y="9"/>
                  <a:pt x="17" y="5"/>
                  <a:pt x="14" y="3"/>
                </a:cubicBezTo>
                <a:cubicBezTo>
                  <a:pt x="11" y="0"/>
                  <a:pt x="5" y="1"/>
                  <a:pt x="3" y="4"/>
                </a:cubicBezTo>
                <a:close/>
              </a:path>
            </a:pathLst>
          </a:custGeom>
          <a:solidFill>
            <a:srgbClr val="3A21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2" name="Freeform 57"/>
          <p:cNvSpPr/>
          <p:nvPr userDrawn="1">
            <p:custDataLst>
              <p:tags r:id="rId46"/>
            </p:custDataLst>
          </p:nvPr>
        </p:nvSpPr>
        <p:spPr bwMode="auto">
          <a:xfrm>
            <a:off x="2355850" y="4294505"/>
            <a:ext cx="63500" cy="65405"/>
          </a:xfrm>
          <a:custGeom>
            <a:avLst/>
            <a:gdLst>
              <a:gd name="T0" fmla="*/ 3 w 18"/>
              <a:gd name="T1" fmla="*/ 4 h 19"/>
              <a:gd name="T2" fmla="*/ 2 w 18"/>
              <a:gd name="T3" fmla="*/ 7 h 19"/>
              <a:gd name="T4" fmla="*/ 5 w 18"/>
              <a:gd name="T5" fmla="*/ 17 h 19"/>
              <a:gd name="T6" fmla="*/ 17 w 18"/>
              <a:gd name="T7" fmla="*/ 12 h 19"/>
              <a:gd name="T8" fmla="*/ 15 w 18"/>
              <a:gd name="T9" fmla="*/ 3 h 19"/>
              <a:gd name="T10" fmla="*/ 3 w 18"/>
              <a:gd name="T11" fmla="*/ 4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19">
                <a:moveTo>
                  <a:pt x="3" y="4"/>
                </a:moveTo>
                <a:cubicBezTo>
                  <a:pt x="2" y="5"/>
                  <a:pt x="2" y="6"/>
                  <a:pt x="2" y="7"/>
                </a:cubicBezTo>
                <a:cubicBezTo>
                  <a:pt x="0" y="11"/>
                  <a:pt x="2" y="15"/>
                  <a:pt x="5" y="17"/>
                </a:cubicBezTo>
                <a:cubicBezTo>
                  <a:pt x="10" y="19"/>
                  <a:pt x="16" y="17"/>
                  <a:pt x="17" y="12"/>
                </a:cubicBezTo>
                <a:cubicBezTo>
                  <a:pt x="18" y="9"/>
                  <a:pt x="17" y="5"/>
                  <a:pt x="15" y="3"/>
                </a:cubicBezTo>
                <a:cubicBezTo>
                  <a:pt x="11" y="0"/>
                  <a:pt x="6" y="1"/>
                  <a:pt x="3" y="4"/>
                </a:cubicBezTo>
                <a:close/>
              </a:path>
            </a:pathLst>
          </a:custGeom>
          <a:solidFill>
            <a:srgbClr val="3A21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3" name="Freeform 58"/>
          <p:cNvSpPr/>
          <p:nvPr userDrawn="1">
            <p:custDataLst>
              <p:tags r:id="rId47"/>
            </p:custDataLst>
          </p:nvPr>
        </p:nvSpPr>
        <p:spPr bwMode="auto">
          <a:xfrm>
            <a:off x="2808605" y="4846955"/>
            <a:ext cx="61595" cy="67945"/>
          </a:xfrm>
          <a:custGeom>
            <a:avLst/>
            <a:gdLst>
              <a:gd name="T0" fmla="*/ 3 w 18"/>
              <a:gd name="T1" fmla="*/ 5 h 20"/>
              <a:gd name="T2" fmla="*/ 1 w 18"/>
              <a:gd name="T3" fmla="*/ 7 h 20"/>
              <a:gd name="T4" fmla="*/ 5 w 18"/>
              <a:gd name="T5" fmla="*/ 17 h 20"/>
              <a:gd name="T6" fmla="*/ 17 w 18"/>
              <a:gd name="T7" fmla="*/ 12 h 20"/>
              <a:gd name="T8" fmla="*/ 14 w 18"/>
              <a:gd name="T9" fmla="*/ 3 h 20"/>
              <a:gd name="T10" fmla="*/ 3 w 18"/>
              <a:gd name="T11" fmla="*/ 5 h 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20">
                <a:moveTo>
                  <a:pt x="3" y="5"/>
                </a:moveTo>
                <a:cubicBezTo>
                  <a:pt x="2" y="5"/>
                  <a:pt x="2" y="6"/>
                  <a:pt x="1" y="7"/>
                </a:cubicBezTo>
                <a:cubicBezTo>
                  <a:pt x="0" y="11"/>
                  <a:pt x="2" y="15"/>
                  <a:pt x="5" y="17"/>
                </a:cubicBezTo>
                <a:cubicBezTo>
                  <a:pt x="9" y="20"/>
                  <a:pt x="16" y="17"/>
                  <a:pt x="17" y="12"/>
                </a:cubicBezTo>
                <a:cubicBezTo>
                  <a:pt x="18" y="9"/>
                  <a:pt x="17" y="6"/>
                  <a:pt x="14" y="3"/>
                </a:cubicBezTo>
                <a:cubicBezTo>
                  <a:pt x="11" y="0"/>
                  <a:pt x="5" y="1"/>
                  <a:pt x="3" y="5"/>
                </a:cubicBezTo>
                <a:close/>
              </a:path>
            </a:pathLst>
          </a:custGeom>
          <a:solidFill>
            <a:srgbClr val="3A21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4" name="Freeform 59"/>
          <p:cNvSpPr/>
          <p:nvPr userDrawn="1">
            <p:custDataLst>
              <p:tags r:id="rId48"/>
            </p:custDataLst>
          </p:nvPr>
        </p:nvSpPr>
        <p:spPr bwMode="auto">
          <a:xfrm>
            <a:off x="2014855" y="3236595"/>
            <a:ext cx="349250" cy="379095"/>
          </a:xfrm>
          <a:custGeom>
            <a:avLst/>
            <a:gdLst>
              <a:gd name="T0" fmla="*/ 37 w 101"/>
              <a:gd name="T1" fmla="*/ 110 h 110"/>
              <a:gd name="T2" fmla="*/ 0 w 101"/>
              <a:gd name="T3" fmla="*/ 71 h 110"/>
              <a:gd name="T4" fmla="*/ 100 w 101"/>
              <a:gd name="T5" fmla="*/ 0 h 110"/>
              <a:gd name="T6" fmla="*/ 98 w 101"/>
              <a:gd name="T7" fmla="*/ 59 h 110"/>
              <a:gd name="T8" fmla="*/ 37 w 101"/>
              <a:gd name="T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1" h="110">
                <a:moveTo>
                  <a:pt x="37" y="110"/>
                </a:moveTo>
                <a:cubicBezTo>
                  <a:pt x="0" y="71"/>
                  <a:pt x="0" y="71"/>
                  <a:pt x="0" y="71"/>
                </a:cubicBezTo>
                <a:cubicBezTo>
                  <a:pt x="100" y="0"/>
                  <a:pt x="100" y="0"/>
                  <a:pt x="100" y="0"/>
                </a:cubicBezTo>
                <a:cubicBezTo>
                  <a:pt x="100" y="0"/>
                  <a:pt x="101" y="36"/>
                  <a:pt x="98" y="59"/>
                </a:cubicBezTo>
                <a:lnTo>
                  <a:pt x="37" y="110"/>
                </a:lnTo>
                <a:close/>
              </a:path>
            </a:pathLst>
          </a:custGeom>
          <a:solidFill>
            <a:srgbClr val="FFDE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5" name="Freeform 60"/>
          <p:cNvSpPr/>
          <p:nvPr userDrawn="1">
            <p:custDataLst>
              <p:tags r:id="rId49"/>
            </p:custDataLst>
          </p:nvPr>
        </p:nvSpPr>
        <p:spPr bwMode="auto">
          <a:xfrm>
            <a:off x="2999105" y="3263900"/>
            <a:ext cx="287655" cy="309245"/>
          </a:xfrm>
          <a:custGeom>
            <a:avLst/>
            <a:gdLst>
              <a:gd name="T0" fmla="*/ 0 w 136"/>
              <a:gd name="T1" fmla="*/ 0 h 146"/>
              <a:gd name="T2" fmla="*/ 136 w 136"/>
              <a:gd name="T3" fmla="*/ 73 h 146"/>
              <a:gd name="T4" fmla="*/ 84 w 136"/>
              <a:gd name="T5" fmla="*/ 146 h 146"/>
              <a:gd name="T6" fmla="*/ 8 w 136"/>
              <a:gd name="T7" fmla="*/ 83 h 146"/>
              <a:gd name="T8" fmla="*/ 0 w 136"/>
              <a:gd name="T9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36" h="146">
                <a:moveTo>
                  <a:pt x="0" y="0"/>
                </a:moveTo>
                <a:lnTo>
                  <a:pt x="136" y="73"/>
                </a:lnTo>
                <a:lnTo>
                  <a:pt x="84" y="146"/>
                </a:lnTo>
                <a:lnTo>
                  <a:pt x="8" y="83"/>
                </a:lnTo>
                <a:lnTo>
                  <a:pt x="0" y="0"/>
                </a:lnTo>
                <a:close/>
              </a:path>
            </a:pathLst>
          </a:custGeom>
          <a:solidFill>
            <a:srgbClr val="FFDEB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6" name="Freeform 61"/>
          <p:cNvSpPr/>
          <p:nvPr userDrawn="1">
            <p:custDataLst>
              <p:tags r:id="rId50"/>
            </p:custDataLst>
          </p:nvPr>
        </p:nvSpPr>
        <p:spPr bwMode="auto">
          <a:xfrm>
            <a:off x="753745" y="6694805"/>
            <a:ext cx="120520" cy="163195"/>
          </a:xfrm>
          <a:custGeom>
            <a:avLst/>
            <a:gdLst>
              <a:gd name="T0" fmla="*/ 0 w 61"/>
              <a:gd name="T1" fmla="*/ 0 h 161"/>
              <a:gd name="T2" fmla="*/ 46 w 61"/>
              <a:gd name="T3" fmla="*/ 75 h 161"/>
              <a:gd name="T4" fmla="*/ 61 w 61"/>
              <a:gd name="T5" fmla="*/ 161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0" h="257">
                <a:moveTo>
                  <a:pt x="0" y="0"/>
                </a:moveTo>
                <a:cubicBezTo>
                  <a:pt x="74" y="68"/>
                  <a:pt x="134" y="148"/>
                  <a:pt x="180" y="237"/>
                </a:cubicBezTo>
                <a:lnTo>
                  <a:pt x="190" y="257"/>
                </a:lnTo>
                <a:lnTo>
                  <a:pt x="97" y="257"/>
                </a:lnTo>
                <a:lnTo>
                  <a:pt x="0" y="0"/>
                </a:lnTo>
                <a:close/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noAutofit/>
          </a:bodyPr>
          <a:lstStyle/>
          <a:p>
            <a:pPr defTabSz="457200"/>
            <a:endParaRPr lang="zh-CN" altLang="en-US" sz="2400"/>
          </a:p>
        </p:txBody>
      </p:sp>
      <p:sp>
        <p:nvSpPr>
          <p:cNvPr id="67" name="Freeform 62"/>
          <p:cNvSpPr/>
          <p:nvPr userDrawn="1">
            <p:custDataLst>
              <p:tags r:id="rId51"/>
            </p:custDataLst>
          </p:nvPr>
        </p:nvSpPr>
        <p:spPr bwMode="auto">
          <a:xfrm>
            <a:off x="755650" y="6762750"/>
            <a:ext cx="31750" cy="36195"/>
          </a:xfrm>
          <a:custGeom>
            <a:avLst/>
            <a:gdLst>
              <a:gd name="T0" fmla="*/ 0 w 9"/>
              <a:gd name="T1" fmla="*/ 0 h 10"/>
              <a:gd name="T2" fmla="*/ 9 w 9"/>
              <a:gd name="T3" fmla="*/ 10 h 1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" h="10">
                <a:moveTo>
                  <a:pt x="0" y="0"/>
                </a:moveTo>
                <a:cubicBezTo>
                  <a:pt x="4" y="3"/>
                  <a:pt x="7" y="7"/>
                  <a:pt x="9" y="1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8" name="Freeform 63"/>
          <p:cNvSpPr/>
          <p:nvPr userDrawn="1">
            <p:custDataLst>
              <p:tags r:id="rId52"/>
            </p:custDataLst>
          </p:nvPr>
        </p:nvSpPr>
        <p:spPr bwMode="auto">
          <a:xfrm>
            <a:off x="810895" y="6843395"/>
            <a:ext cx="20955" cy="40005"/>
          </a:xfrm>
          <a:custGeom>
            <a:avLst/>
            <a:gdLst>
              <a:gd name="T0" fmla="*/ 0 w 6"/>
              <a:gd name="T1" fmla="*/ 0 h 12"/>
              <a:gd name="T2" fmla="*/ 6 w 6"/>
              <a:gd name="T3" fmla="*/ 12 h 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12">
                <a:moveTo>
                  <a:pt x="0" y="0"/>
                </a:moveTo>
                <a:cubicBezTo>
                  <a:pt x="2" y="4"/>
                  <a:pt x="4" y="8"/>
                  <a:pt x="6" y="12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1" name="Freeform 66"/>
          <p:cNvSpPr/>
          <p:nvPr userDrawn="1">
            <p:custDataLst>
              <p:tags r:id="rId53"/>
            </p:custDataLst>
          </p:nvPr>
        </p:nvSpPr>
        <p:spPr bwMode="auto">
          <a:xfrm>
            <a:off x="1600240" y="5922645"/>
            <a:ext cx="20264" cy="935355"/>
          </a:xfrm>
          <a:custGeom>
            <a:avLst/>
            <a:gdLst>
              <a:gd name="T0" fmla="*/ 6 w 9"/>
              <a:gd name="T1" fmla="*/ 0 h 389"/>
              <a:gd name="T2" fmla="*/ 0 w 9"/>
              <a:gd name="T3" fmla="*/ 389 h 38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" h="1473">
                <a:moveTo>
                  <a:pt x="23" y="0"/>
                </a:moveTo>
                <a:cubicBezTo>
                  <a:pt x="35" y="481"/>
                  <a:pt x="36" y="965"/>
                  <a:pt x="21" y="1449"/>
                </a:cubicBezTo>
                <a:lnTo>
                  <a:pt x="20" y="1473"/>
                </a:lnTo>
                <a:lnTo>
                  <a:pt x="0" y="1473"/>
                </a:lnTo>
                <a:lnTo>
                  <a:pt x="23" y="0"/>
                </a:lnTo>
                <a:close/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noAutofit/>
          </a:bodyPr>
          <a:lstStyle/>
          <a:p>
            <a:pPr defTabSz="457200"/>
            <a:endParaRPr lang="zh-CN" altLang="en-US" sz="2400"/>
          </a:p>
        </p:txBody>
      </p:sp>
      <p:sp>
        <p:nvSpPr>
          <p:cNvPr id="72" name="Freeform 67"/>
          <p:cNvSpPr/>
          <p:nvPr userDrawn="1">
            <p:custDataLst>
              <p:tags r:id="rId54"/>
            </p:custDataLst>
          </p:nvPr>
        </p:nvSpPr>
        <p:spPr bwMode="auto">
          <a:xfrm>
            <a:off x="2338705" y="5221605"/>
            <a:ext cx="487045" cy="406400"/>
          </a:xfrm>
          <a:custGeom>
            <a:avLst/>
            <a:gdLst>
              <a:gd name="T0" fmla="*/ 26 w 141"/>
              <a:gd name="T1" fmla="*/ 118 h 118"/>
              <a:gd name="T2" fmla="*/ 0 w 141"/>
              <a:gd name="T3" fmla="*/ 42 h 118"/>
              <a:gd name="T4" fmla="*/ 116 w 141"/>
              <a:gd name="T5" fmla="*/ 0 h 118"/>
              <a:gd name="T6" fmla="*/ 141 w 141"/>
              <a:gd name="T7" fmla="*/ 81 h 118"/>
              <a:gd name="T8" fmla="*/ 42 w 141"/>
              <a:gd name="T9" fmla="*/ 118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" h="118">
                <a:moveTo>
                  <a:pt x="26" y="118"/>
                </a:moveTo>
                <a:cubicBezTo>
                  <a:pt x="16" y="93"/>
                  <a:pt x="8" y="67"/>
                  <a:pt x="0" y="42"/>
                </a:cubicBezTo>
                <a:cubicBezTo>
                  <a:pt x="39" y="28"/>
                  <a:pt x="78" y="14"/>
                  <a:pt x="116" y="0"/>
                </a:cubicBezTo>
                <a:cubicBezTo>
                  <a:pt x="124" y="28"/>
                  <a:pt x="132" y="54"/>
                  <a:pt x="141" y="81"/>
                </a:cubicBezTo>
                <a:cubicBezTo>
                  <a:pt x="109" y="95"/>
                  <a:pt x="75" y="105"/>
                  <a:pt x="42" y="118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3" name="Freeform 68"/>
          <p:cNvSpPr/>
          <p:nvPr userDrawn="1">
            <p:custDataLst>
              <p:tags r:id="rId55"/>
            </p:custDataLst>
          </p:nvPr>
        </p:nvSpPr>
        <p:spPr bwMode="auto">
          <a:xfrm>
            <a:off x="2421255" y="5357495"/>
            <a:ext cx="283845" cy="99695"/>
          </a:xfrm>
          <a:custGeom>
            <a:avLst/>
            <a:gdLst>
              <a:gd name="T0" fmla="*/ 0 w 82"/>
              <a:gd name="T1" fmla="*/ 29 h 29"/>
              <a:gd name="T2" fmla="*/ 82 w 82"/>
              <a:gd name="T3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2" h="29">
                <a:moveTo>
                  <a:pt x="0" y="29"/>
                </a:moveTo>
                <a:cubicBezTo>
                  <a:pt x="28" y="19"/>
                  <a:pt x="55" y="10"/>
                  <a:pt x="82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4" name="Freeform 69"/>
          <p:cNvSpPr/>
          <p:nvPr userDrawn="1">
            <p:custDataLst>
              <p:tags r:id="rId56"/>
            </p:custDataLst>
          </p:nvPr>
        </p:nvSpPr>
        <p:spPr bwMode="auto">
          <a:xfrm>
            <a:off x="2601595" y="5441950"/>
            <a:ext cx="131445" cy="48895"/>
          </a:xfrm>
          <a:custGeom>
            <a:avLst/>
            <a:gdLst>
              <a:gd name="T0" fmla="*/ 0 w 38"/>
              <a:gd name="T1" fmla="*/ 14 h 14"/>
              <a:gd name="T2" fmla="*/ 38 w 38"/>
              <a:gd name="T3" fmla="*/ 0 h 1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" h="14">
                <a:moveTo>
                  <a:pt x="0" y="14"/>
                </a:moveTo>
                <a:cubicBezTo>
                  <a:pt x="13" y="9"/>
                  <a:pt x="25" y="5"/>
                  <a:pt x="38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5" name="Freeform 70"/>
          <p:cNvSpPr/>
          <p:nvPr userDrawn="1">
            <p:custDataLst>
              <p:tags r:id="rId57"/>
            </p:custDataLst>
          </p:nvPr>
        </p:nvSpPr>
        <p:spPr bwMode="auto">
          <a:xfrm>
            <a:off x="1998345" y="5543550"/>
            <a:ext cx="749300" cy="781050"/>
          </a:xfrm>
          <a:custGeom>
            <a:avLst/>
            <a:gdLst>
              <a:gd name="T0" fmla="*/ 147 w 217"/>
              <a:gd name="T1" fmla="*/ 227 h 227"/>
              <a:gd name="T2" fmla="*/ 54 w 217"/>
              <a:gd name="T3" fmla="*/ 190 h 227"/>
              <a:gd name="T4" fmla="*/ 23 w 217"/>
              <a:gd name="T5" fmla="*/ 161 h 227"/>
              <a:gd name="T6" fmla="*/ 21 w 217"/>
              <a:gd name="T7" fmla="*/ 154 h 227"/>
              <a:gd name="T8" fmla="*/ 9 w 217"/>
              <a:gd name="T9" fmla="*/ 120 h 227"/>
              <a:gd name="T10" fmla="*/ 10 w 217"/>
              <a:gd name="T11" fmla="*/ 109 h 227"/>
              <a:gd name="T12" fmla="*/ 7 w 217"/>
              <a:gd name="T13" fmla="*/ 101 h 227"/>
              <a:gd name="T14" fmla="*/ 3 w 217"/>
              <a:gd name="T15" fmla="*/ 62 h 227"/>
              <a:gd name="T16" fmla="*/ 7 w 217"/>
              <a:gd name="T17" fmla="*/ 29 h 227"/>
              <a:gd name="T18" fmla="*/ 13 w 217"/>
              <a:gd name="T19" fmla="*/ 25 h 227"/>
              <a:gd name="T20" fmla="*/ 67 w 217"/>
              <a:gd name="T21" fmla="*/ 20 h 227"/>
              <a:gd name="T22" fmla="*/ 146 w 217"/>
              <a:gd name="T23" fmla="*/ 64 h 227"/>
              <a:gd name="T24" fmla="*/ 123 w 217"/>
              <a:gd name="T25" fmla="*/ 3 h 227"/>
              <a:gd name="T26" fmla="*/ 124 w 217"/>
              <a:gd name="T27" fmla="*/ 1 h 227"/>
              <a:gd name="T28" fmla="*/ 129 w 217"/>
              <a:gd name="T29" fmla="*/ 1 h 227"/>
              <a:gd name="T30" fmla="*/ 189 w 217"/>
              <a:gd name="T31" fmla="*/ 59 h 227"/>
              <a:gd name="T32" fmla="*/ 217 w 217"/>
              <a:gd name="T33" fmla="*/ 116 h 227"/>
              <a:gd name="T34" fmla="*/ 147 w 217"/>
              <a:gd name="T35" fmla="*/ 227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7" h="227">
                <a:moveTo>
                  <a:pt x="147" y="227"/>
                </a:moveTo>
                <a:cubicBezTo>
                  <a:pt x="121" y="211"/>
                  <a:pt x="86" y="203"/>
                  <a:pt x="54" y="190"/>
                </a:cubicBezTo>
                <a:cubicBezTo>
                  <a:pt x="41" y="184"/>
                  <a:pt x="27" y="175"/>
                  <a:pt x="23" y="161"/>
                </a:cubicBezTo>
                <a:cubicBezTo>
                  <a:pt x="22" y="159"/>
                  <a:pt x="22" y="156"/>
                  <a:pt x="21" y="154"/>
                </a:cubicBezTo>
                <a:cubicBezTo>
                  <a:pt x="18" y="142"/>
                  <a:pt x="8" y="132"/>
                  <a:pt x="9" y="120"/>
                </a:cubicBezTo>
                <a:cubicBezTo>
                  <a:pt x="9" y="116"/>
                  <a:pt x="10" y="113"/>
                  <a:pt x="10" y="109"/>
                </a:cubicBezTo>
                <a:cubicBezTo>
                  <a:pt x="10" y="106"/>
                  <a:pt x="8" y="103"/>
                  <a:pt x="7" y="101"/>
                </a:cubicBezTo>
                <a:cubicBezTo>
                  <a:pt x="2" y="89"/>
                  <a:pt x="0" y="75"/>
                  <a:pt x="3" y="62"/>
                </a:cubicBezTo>
                <a:cubicBezTo>
                  <a:pt x="5" y="51"/>
                  <a:pt x="0" y="37"/>
                  <a:pt x="7" y="29"/>
                </a:cubicBezTo>
                <a:cubicBezTo>
                  <a:pt x="9" y="27"/>
                  <a:pt x="11" y="26"/>
                  <a:pt x="13" y="25"/>
                </a:cubicBezTo>
                <a:cubicBezTo>
                  <a:pt x="30" y="18"/>
                  <a:pt x="49" y="17"/>
                  <a:pt x="67" y="20"/>
                </a:cubicBezTo>
                <a:cubicBezTo>
                  <a:pt x="89" y="23"/>
                  <a:pt x="120" y="46"/>
                  <a:pt x="146" y="64"/>
                </a:cubicBezTo>
                <a:cubicBezTo>
                  <a:pt x="118" y="38"/>
                  <a:pt x="115" y="19"/>
                  <a:pt x="123" y="3"/>
                </a:cubicBezTo>
                <a:cubicBezTo>
                  <a:pt x="123" y="3"/>
                  <a:pt x="123" y="2"/>
                  <a:pt x="124" y="1"/>
                </a:cubicBezTo>
                <a:cubicBezTo>
                  <a:pt x="125" y="0"/>
                  <a:pt x="128" y="0"/>
                  <a:pt x="129" y="1"/>
                </a:cubicBezTo>
                <a:cubicBezTo>
                  <a:pt x="143" y="19"/>
                  <a:pt x="174" y="35"/>
                  <a:pt x="189" y="59"/>
                </a:cubicBezTo>
                <a:cubicBezTo>
                  <a:pt x="201" y="77"/>
                  <a:pt x="207" y="100"/>
                  <a:pt x="217" y="116"/>
                </a:cubicBezTo>
                <a:lnTo>
                  <a:pt x="147" y="227"/>
                </a:lnTo>
                <a:close/>
              </a:path>
            </a:pathLst>
          </a:custGeom>
          <a:solidFill>
            <a:srgbClr val="F2A2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6" name="Freeform 71"/>
          <p:cNvSpPr/>
          <p:nvPr userDrawn="1">
            <p:custDataLst>
              <p:tags r:id="rId58"/>
            </p:custDataLst>
          </p:nvPr>
        </p:nvSpPr>
        <p:spPr bwMode="auto">
          <a:xfrm>
            <a:off x="2494504" y="4573905"/>
            <a:ext cx="2128296" cy="2284095"/>
          </a:xfrm>
          <a:custGeom>
            <a:avLst/>
            <a:gdLst>
              <a:gd name="T0" fmla="*/ 408 w 618"/>
              <a:gd name="T1" fmla="*/ 0 h 755"/>
              <a:gd name="T2" fmla="*/ 379 w 618"/>
              <a:gd name="T3" fmla="*/ 223 h 755"/>
              <a:gd name="T4" fmla="*/ 367 w 618"/>
              <a:gd name="T5" fmla="*/ 261 h 755"/>
              <a:gd name="T6" fmla="*/ 367 w 618"/>
              <a:gd name="T7" fmla="*/ 294 h 755"/>
              <a:gd name="T8" fmla="*/ 384 w 618"/>
              <a:gd name="T9" fmla="*/ 533 h 755"/>
              <a:gd name="T10" fmla="*/ 148 w 618"/>
              <a:gd name="T11" fmla="*/ 418 h 755"/>
              <a:gd name="T12" fmla="*/ 136 w 618"/>
              <a:gd name="T13" fmla="*/ 421 h 755"/>
              <a:gd name="T14" fmla="*/ 127 w 618"/>
              <a:gd name="T15" fmla="*/ 427 h 755"/>
              <a:gd name="T16" fmla="*/ 74 w 618"/>
              <a:gd name="T17" fmla="*/ 397 h 755"/>
              <a:gd name="T18" fmla="*/ 1 w 618"/>
              <a:gd name="T19" fmla="*/ 506 h 755"/>
              <a:gd name="T20" fmla="*/ 52 w 618"/>
              <a:gd name="T21" fmla="*/ 539 h 755"/>
              <a:gd name="T22" fmla="*/ 54 w 618"/>
              <a:gd name="T23" fmla="*/ 549 h 755"/>
              <a:gd name="T24" fmla="*/ 58 w 618"/>
              <a:gd name="T25" fmla="*/ 559 h 755"/>
              <a:gd name="T26" fmla="*/ 152 w 618"/>
              <a:gd name="T27" fmla="*/ 627 h 755"/>
              <a:gd name="T28" fmla="*/ 491 w 618"/>
              <a:gd name="T29" fmla="*/ 751 h 755"/>
              <a:gd name="T30" fmla="*/ 543 w 618"/>
              <a:gd name="T31" fmla="*/ 735 h 755"/>
              <a:gd name="T32" fmla="*/ 561 w 618"/>
              <a:gd name="T33" fmla="*/ 702 h 755"/>
              <a:gd name="T34" fmla="*/ 587 w 618"/>
              <a:gd name="T35" fmla="*/ 566 h 755"/>
              <a:gd name="T36" fmla="*/ 618 w 618"/>
              <a:gd name="T37" fmla="*/ 167 h 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352" h="3597">
                <a:moveTo>
                  <a:pt x="2211" y="0"/>
                </a:moveTo>
                <a:lnTo>
                  <a:pt x="3352" y="907"/>
                </a:lnTo>
                <a:cubicBezTo>
                  <a:pt x="3319" y="1629"/>
                  <a:pt x="3265" y="2351"/>
                  <a:pt x="3183" y="3074"/>
                </a:cubicBezTo>
                <a:cubicBezTo>
                  <a:pt x="3165" y="3245"/>
                  <a:pt x="3143" y="3417"/>
                  <a:pt x="3105" y="3585"/>
                </a:cubicBezTo>
                <a:lnTo>
                  <a:pt x="3103" y="3597"/>
                </a:lnTo>
                <a:lnTo>
                  <a:pt x="1136" y="3597"/>
                </a:lnTo>
                <a:lnTo>
                  <a:pt x="1087" y="3568"/>
                </a:lnTo>
                <a:cubicBezTo>
                  <a:pt x="997" y="3515"/>
                  <a:pt x="908" y="3460"/>
                  <a:pt x="820" y="3405"/>
                </a:cubicBezTo>
                <a:cubicBezTo>
                  <a:pt x="543" y="3226"/>
                  <a:pt x="554" y="3209"/>
                  <a:pt x="310" y="3036"/>
                </a:cubicBezTo>
                <a:cubicBezTo>
                  <a:pt x="293" y="3025"/>
                  <a:pt x="288" y="3003"/>
                  <a:pt x="288" y="2981"/>
                </a:cubicBezTo>
                <a:cubicBezTo>
                  <a:pt x="293" y="2960"/>
                  <a:pt x="277" y="2932"/>
                  <a:pt x="277" y="2927"/>
                </a:cubicBezTo>
                <a:cubicBezTo>
                  <a:pt x="272" y="2916"/>
                  <a:pt x="-5" y="2759"/>
                  <a:pt x="0" y="2748"/>
                </a:cubicBezTo>
                <a:cubicBezTo>
                  <a:pt x="103" y="2596"/>
                  <a:pt x="299" y="2313"/>
                  <a:pt x="397" y="2156"/>
                </a:cubicBezTo>
                <a:cubicBezTo>
                  <a:pt x="402" y="2150"/>
                  <a:pt x="657" y="2319"/>
                  <a:pt x="685" y="2319"/>
                </a:cubicBezTo>
                <a:cubicBezTo>
                  <a:pt x="701" y="2319"/>
                  <a:pt x="717" y="2308"/>
                  <a:pt x="733" y="2286"/>
                </a:cubicBezTo>
                <a:cubicBezTo>
                  <a:pt x="750" y="2265"/>
                  <a:pt x="777" y="2259"/>
                  <a:pt x="799" y="2270"/>
                </a:cubicBezTo>
                <a:cubicBezTo>
                  <a:pt x="1478" y="2590"/>
                  <a:pt x="1516" y="2645"/>
                  <a:pt x="2081" y="2894"/>
                </a:cubicBezTo>
                <a:cubicBezTo>
                  <a:pt x="2059" y="2634"/>
                  <a:pt x="2005" y="1922"/>
                  <a:pt x="1988" y="1597"/>
                </a:cubicBezTo>
                <a:cubicBezTo>
                  <a:pt x="1983" y="1537"/>
                  <a:pt x="1977" y="1477"/>
                  <a:pt x="1988" y="1417"/>
                </a:cubicBezTo>
                <a:cubicBezTo>
                  <a:pt x="1999" y="1347"/>
                  <a:pt x="2032" y="1282"/>
                  <a:pt x="2053" y="1211"/>
                </a:cubicBezTo>
                <a:cubicBezTo>
                  <a:pt x="2205" y="831"/>
                  <a:pt x="2254" y="413"/>
                  <a:pt x="2211" y="0"/>
                </a:cubicBezTo>
                <a:close/>
              </a:path>
            </a:pathLst>
          </a:custGeom>
          <a:solidFill>
            <a:srgbClr val="65B7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>
            <a:noAutofit/>
          </a:bodyPr>
          <a:lstStyle/>
          <a:p>
            <a:pPr defTabSz="457200"/>
            <a:endParaRPr lang="zh-CN" altLang="en-US" sz="2400"/>
          </a:p>
        </p:txBody>
      </p:sp>
      <p:sp>
        <p:nvSpPr>
          <p:cNvPr id="77" name="Freeform 72"/>
          <p:cNvSpPr/>
          <p:nvPr userDrawn="1">
            <p:custDataLst>
              <p:tags r:id="rId59"/>
            </p:custDataLst>
          </p:nvPr>
        </p:nvSpPr>
        <p:spPr bwMode="auto">
          <a:xfrm>
            <a:off x="2387600" y="5943600"/>
            <a:ext cx="360045" cy="374650"/>
          </a:xfrm>
          <a:custGeom>
            <a:avLst/>
            <a:gdLst>
              <a:gd name="T0" fmla="*/ 170 w 170"/>
              <a:gd name="T1" fmla="*/ 0 h 177"/>
              <a:gd name="T2" fmla="*/ 44 w 170"/>
              <a:gd name="T3" fmla="*/ 156 h 177"/>
              <a:gd name="T4" fmla="*/ 0 w 170"/>
              <a:gd name="T5" fmla="*/ 154 h 177"/>
              <a:gd name="T6" fmla="*/ 51 w 170"/>
              <a:gd name="T7" fmla="*/ 177 h 177"/>
              <a:gd name="T8" fmla="*/ 170 w 170"/>
              <a:gd name="T9" fmla="*/ 0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0" h="177">
                <a:moveTo>
                  <a:pt x="170" y="0"/>
                </a:moveTo>
                <a:lnTo>
                  <a:pt x="44" y="156"/>
                </a:lnTo>
                <a:lnTo>
                  <a:pt x="0" y="154"/>
                </a:lnTo>
                <a:lnTo>
                  <a:pt x="51" y="177"/>
                </a:lnTo>
                <a:lnTo>
                  <a:pt x="170" y="0"/>
                </a:lnTo>
                <a:close/>
              </a:path>
            </a:pathLst>
          </a:custGeom>
          <a:solidFill>
            <a:srgbClr val="D9674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8" name="Freeform 73"/>
          <p:cNvSpPr/>
          <p:nvPr userDrawn="1">
            <p:custDataLst>
              <p:tags r:id="rId60"/>
            </p:custDataLst>
          </p:nvPr>
        </p:nvSpPr>
        <p:spPr bwMode="auto">
          <a:xfrm>
            <a:off x="2671445" y="6043295"/>
            <a:ext cx="271145" cy="450850"/>
          </a:xfrm>
          <a:custGeom>
            <a:avLst/>
            <a:gdLst>
              <a:gd name="T0" fmla="*/ 75 w 79"/>
              <a:gd name="T1" fmla="*/ 1 h 131"/>
              <a:gd name="T2" fmla="*/ 0 w 79"/>
              <a:gd name="T3" fmla="*/ 113 h 131"/>
              <a:gd name="T4" fmla="*/ 2 w 79"/>
              <a:gd name="T5" fmla="*/ 120 h 131"/>
              <a:gd name="T6" fmla="*/ 4 w 79"/>
              <a:gd name="T7" fmla="*/ 131 h 131"/>
              <a:gd name="T8" fmla="*/ 79 w 79"/>
              <a:gd name="T9" fmla="*/ 0 h 131"/>
              <a:gd name="T10" fmla="*/ 75 w 79"/>
              <a:gd name="T11" fmla="*/ 1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" h="131">
                <a:moveTo>
                  <a:pt x="75" y="1"/>
                </a:moveTo>
                <a:cubicBezTo>
                  <a:pt x="0" y="113"/>
                  <a:pt x="0" y="113"/>
                  <a:pt x="0" y="113"/>
                </a:cubicBezTo>
                <a:cubicBezTo>
                  <a:pt x="0" y="113"/>
                  <a:pt x="2" y="117"/>
                  <a:pt x="2" y="120"/>
                </a:cubicBezTo>
                <a:cubicBezTo>
                  <a:pt x="2" y="123"/>
                  <a:pt x="1" y="128"/>
                  <a:pt x="4" y="131"/>
                </a:cubicBezTo>
                <a:cubicBezTo>
                  <a:pt x="79" y="0"/>
                  <a:pt x="79" y="0"/>
                  <a:pt x="79" y="0"/>
                </a:cubicBezTo>
                <a:lnTo>
                  <a:pt x="75" y="1"/>
                </a:lnTo>
                <a:close/>
              </a:path>
            </a:pathLst>
          </a:custGeom>
          <a:solidFill>
            <a:srgbClr val="3F938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9" name="Freeform 74"/>
          <p:cNvSpPr/>
          <p:nvPr userDrawn="1">
            <p:custDataLst>
              <p:tags r:id="rId61"/>
            </p:custDataLst>
          </p:nvPr>
        </p:nvSpPr>
        <p:spPr bwMode="auto">
          <a:xfrm>
            <a:off x="3905885" y="6667500"/>
            <a:ext cx="589915" cy="176530"/>
          </a:xfrm>
          <a:custGeom>
            <a:avLst/>
            <a:gdLst>
              <a:gd name="T0" fmla="*/ 0 w 233"/>
              <a:gd name="T1" fmla="*/ 121 h 121"/>
              <a:gd name="T2" fmla="*/ 138 w 233"/>
              <a:gd name="T3" fmla="*/ 14 h 121"/>
              <a:gd name="T4" fmla="*/ 233 w 233"/>
              <a:gd name="T5" fmla="*/ 3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3" h="121">
                <a:moveTo>
                  <a:pt x="0" y="121"/>
                </a:moveTo>
                <a:cubicBezTo>
                  <a:pt x="33" y="67"/>
                  <a:pt x="79" y="36"/>
                  <a:pt x="138" y="14"/>
                </a:cubicBezTo>
                <a:cubicBezTo>
                  <a:pt x="171" y="1"/>
                  <a:pt x="206" y="0"/>
                  <a:pt x="233" y="3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3" name="Freeform 78"/>
          <p:cNvSpPr/>
          <p:nvPr userDrawn="1">
            <p:custDataLst>
              <p:tags r:id="rId62"/>
            </p:custDataLst>
          </p:nvPr>
        </p:nvSpPr>
        <p:spPr bwMode="auto">
          <a:xfrm>
            <a:off x="4057650" y="6773545"/>
            <a:ext cx="67945" cy="33655"/>
          </a:xfrm>
          <a:custGeom>
            <a:avLst/>
            <a:gdLst>
              <a:gd name="T0" fmla="*/ 0 w 20"/>
              <a:gd name="T1" fmla="*/ 10 h 10"/>
              <a:gd name="T2" fmla="*/ 20 w 20"/>
              <a:gd name="T3" fmla="*/ 0 h 1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" h="10">
                <a:moveTo>
                  <a:pt x="0" y="10"/>
                </a:moveTo>
                <a:cubicBezTo>
                  <a:pt x="7" y="6"/>
                  <a:pt x="13" y="3"/>
                  <a:pt x="20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4" name="Freeform 79"/>
          <p:cNvSpPr/>
          <p:nvPr userDrawn="1">
            <p:custDataLst>
              <p:tags r:id="rId63"/>
            </p:custDataLst>
          </p:nvPr>
        </p:nvSpPr>
        <p:spPr bwMode="auto">
          <a:xfrm>
            <a:off x="4173855" y="6735445"/>
            <a:ext cx="69850" cy="25400"/>
          </a:xfrm>
          <a:custGeom>
            <a:avLst/>
            <a:gdLst>
              <a:gd name="T0" fmla="*/ 0 w 20"/>
              <a:gd name="T1" fmla="*/ 7 h 7"/>
              <a:gd name="T2" fmla="*/ 20 w 20"/>
              <a:gd name="T3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0" h="7">
                <a:moveTo>
                  <a:pt x="0" y="7"/>
                </a:moveTo>
                <a:cubicBezTo>
                  <a:pt x="7" y="4"/>
                  <a:pt x="13" y="2"/>
                  <a:pt x="20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5" name="Freeform 80"/>
          <p:cNvSpPr/>
          <p:nvPr userDrawn="1">
            <p:custDataLst>
              <p:tags r:id="rId64"/>
            </p:custDataLst>
          </p:nvPr>
        </p:nvSpPr>
        <p:spPr bwMode="auto">
          <a:xfrm>
            <a:off x="4298950" y="6718300"/>
            <a:ext cx="61595" cy="10795"/>
          </a:xfrm>
          <a:custGeom>
            <a:avLst/>
            <a:gdLst>
              <a:gd name="T0" fmla="*/ 0 w 18"/>
              <a:gd name="T1" fmla="*/ 3 h 3"/>
              <a:gd name="T2" fmla="*/ 18 w 18"/>
              <a:gd name="T3" fmla="*/ 0 h 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" h="3">
                <a:moveTo>
                  <a:pt x="0" y="3"/>
                </a:moveTo>
                <a:cubicBezTo>
                  <a:pt x="6" y="1"/>
                  <a:pt x="12" y="1"/>
                  <a:pt x="18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6" name="Freeform 81"/>
          <p:cNvSpPr/>
          <p:nvPr userDrawn="1">
            <p:custDataLst>
              <p:tags r:id="rId65"/>
            </p:custDataLst>
          </p:nvPr>
        </p:nvSpPr>
        <p:spPr bwMode="auto">
          <a:xfrm>
            <a:off x="4415155" y="6713855"/>
            <a:ext cx="31750" cy="0"/>
          </a:xfrm>
          <a:custGeom>
            <a:avLst/>
            <a:gdLst>
              <a:gd name="T0" fmla="*/ 0 w 9"/>
              <a:gd name="T1" fmla="*/ 9 w 9"/>
            </a:gdLst>
            <a:ahLst/>
            <a:cxnLst>
              <a:cxn ang="0">
                <a:pos x="T0" y="0"/>
              </a:cxn>
              <a:cxn ang="0">
                <a:pos x="T1" y="0"/>
              </a:cxn>
            </a:cxnLst>
            <a:rect l="0" t="0" r="r" b="b"/>
            <a:pathLst>
              <a:path w="9">
                <a:moveTo>
                  <a:pt x="0" y="0"/>
                </a:moveTo>
                <a:cubicBezTo>
                  <a:pt x="3" y="0"/>
                  <a:pt x="6" y="0"/>
                  <a:pt x="9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7" name="Freeform 82"/>
          <p:cNvSpPr/>
          <p:nvPr userDrawn="1">
            <p:custDataLst>
              <p:tags r:id="rId66"/>
            </p:custDataLst>
          </p:nvPr>
        </p:nvSpPr>
        <p:spPr bwMode="auto">
          <a:xfrm>
            <a:off x="3757295" y="5484495"/>
            <a:ext cx="86995" cy="1100455"/>
          </a:xfrm>
          <a:custGeom>
            <a:avLst/>
            <a:gdLst>
              <a:gd name="T0" fmla="*/ 0 w 25"/>
              <a:gd name="T1" fmla="*/ 0 h 319"/>
              <a:gd name="T2" fmla="*/ 25 w 25"/>
              <a:gd name="T3" fmla="*/ 319 h 31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5" h="319">
                <a:moveTo>
                  <a:pt x="0" y="0"/>
                </a:moveTo>
                <a:cubicBezTo>
                  <a:pt x="0" y="107"/>
                  <a:pt x="9" y="213"/>
                  <a:pt x="25" y="319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8" name="Freeform 83"/>
          <p:cNvSpPr/>
          <p:nvPr userDrawn="1">
            <p:custDataLst>
              <p:tags r:id="rId67"/>
            </p:custDataLst>
          </p:nvPr>
        </p:nvSpPr>
        <p:spPr bwMode="auto">
          <a:xfrm>
            <a:off x="3547745" y="6280150"/>
            <a:ext cx="264795" cy="127000"/>
          </a:xfrm>
          <a:custGeom>
            <a:avLst/>
            <a:gdLst>
              <a:gd name="T0" fmla="*/ 0 w 77"/>
              <a:gd name="T1" fmla="*/ 0 h 37"/>
              <a:gd name="T2" fmla="*/ 77 w 77"/>
              <a:gd name="T3" fmla="*/ 37 h 3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" h="37">
                <a:moveTo>
                  <a:pt x="0" y="0"/>
                </a:moveTo>
                <a:cubicBezTo>
                  <a:pt x="26" y="12"/>
                  <a:pt x="52" y="24"/>
                  <a:pt x="77" y="37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9" name="Freeform 84"/>
          <p:cNvSpPr/>
          <p:nvPr userDrawn="1">
            <p:custDataLst>
              <p:tags r:id="rId68"/>
            </p:custDataLst>
          </p:nvPr>
        </p:nvSpPr>
        <p:spPr bwMode="auto">
          <a:xfrm>
            <a:off x="2353945" y="3433445"/>
            <a:ext cx="664845" cy="527050"/>
          </a:xfrm>
          <a:custGeom>
            <a:avLst/>
            <a:gdLst>
              <a:gd name="T0" fmla="*/ 0 w 193"/>
              <a:gd name="T1" fmla="*/ 1 h 153"/>
              <a:gd name="T2" fmla="*/ 27 w 193"/>
              <a:gd name="T3" fmla="*/ 87 h 153"/>
              <a:gd name="T4" fmla="*/ 96 w 193"/>
              <a:gd name="T5" fmla="*/ 151 h 153"/>
              <a:gd name="T6" fmla="*/ 149 w 193"/>
              <a:gd name="T7" fmla="*/ 99 h 153"/>
              <a:gd name="T8" fmla="*/ 193 w 193"/>
              <a:gd name="T9" fmla="*/ 0 h 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3" h="153">
                <a:moveTo>
                  <a:pt x="0" y="1"/>
                </a:moveTo>
                <a:cubicBezTo>
                  <a:pt x="0" y="31"/>
                  <a:pt x="10" y="61"/>
                  <a:pt x="27" y="87"/>
                </a:cubicBezTo>
                <a:cubicBezTo>
                  <a:pt x="43" y="112"/>
                  <a:pt x="70" y="135"/>
                  <a:pt x="96" y="151"/>
                </a:cubicBezTo>
                <a:cubicBezTo>
                  <a:pt x="98" y="153"/>
                  <a:pt x="137" y="115"/>
                  <a:pt x="149" y="99"/>
                </a:cubicBezTo>
                <a:cubicBezTo>
                  <a:pt x="173" y="67"/>
                  <a:pt x="193" y="31"/>
                  <a:pt x="193" y="0"/>
                </a:cubicBezTo>
              </a:path>
            </a:pathLst>
          </a:custGeom>
          <a:noFill/>
          <a:ln w="11113" cap="rnd">
            <a:solidFill>
              <a:srgbClr val="3A212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90" name="Oval 85"/>
          <p:cNvSpPr>
            <a:spLocks noChangeArrowheads="1"/>
          </p:cNvSpPr>
          <p:nvPr userDrawn="1">
            <p:custDataLst>
              <p:tags r:id="rId69"/>
            </p:custDataLst>
          </p:nvPr>
        </p:nvSpPr>
        <p:spPr bwMode="auto">
          <a:xfrm>
            <a:off x="2626995" y="3954145"/>
            <a:ext cx="109855" cy="109855"/>
          </a:xfrm>
          <a:prstGeom prst="ellipse">
            <a:avLst/>
          </a:prstGeom>
          <a:solidFill>
            <a:srgbClr val="FFDEBB"/>
          </a:solidFill>
          <a:ln w="11113" cap="rnd">
            <a:solidFill>
              <a:srgbClr val="3A2120"/>
            </a:solidFill>
            <a:prstDash val="solid"/>
            <a:round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6" name="Title 15"/>
          <p:cNvSpPr>
            <a:spLocks noGrp="1"/>
          </p:cNvSpPr>
          <p:nvPr>
            <p:ph type="ctrTitle" idx="16385" hasCustomPrompt="1"/>
            <p:custDataLst>
              <p:tags r:id="rId70"/>
            </p:custDataLst>
          </p:nvPr>
        </p:nvSpPr>
        <p:spPr>
          <a:xfrm>
            <a:off x="4823883" y="3530600"/>
            <a:ext cx="6352117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r"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Your chapter title here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16386" hasCustomPrompt="1"/>
            <p:custDataLst>
              <p:tags r:id="rId71"/>
            </p:custDataLst>
          </p:nvPr>
        </p:nvSpPr>
        <p:spPr>
          <a:xfrm>
            <a:off x="9648825" y="1905000"/>
            <a:ext cx="1527175" cy="15240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_Slide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5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  <p:sp>
        <p:nvSpPr>
          <p:cNvPr id="2" name="矩形: 圆角 6"/>
          <p:cNvSpPr/>
          <p:nvPr userDrawn="1">
            <p:custDataLst>
              <p:tags r:id="rId2"/>
            </p:custDataLst>
          </p:nvPr>
        </p:nvSpPr>
        <p:spPr>
          <a:xfrm>
            <a:off x="285433" y="271145"/>
            <a:ext cx="11621135" cy="6299200"/>
          </a:xfrm>
          <a:prstGeom prst="roundRect">
            <a:avLst>
              <a:gd name="adj" fmla="val 2097"/>
            </a:avLst>
          </a:prstGeom>
          <a:solidFill>
            <a:schemeClr val="bg2"/>
          </a:solidFill>
          <a:ln w="1270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63" name="Freeform 33"/>
          <p:cNvSpPr/>
          <p:nvPr userDrawn="1">
            <p:custDataLst>
              <p:tags r:id="rId3"/>
            </p:custDataLst>
          </p:nvPr>
        </p:nvSpPr>
        <p:spPr bwMode="auto">
          <a:xfrm>
            <a:off x="10802620" y="5755005"/>
            <a:ext cx="449580" cy="410845"/>
          </a:xfrm>
          <a:custGeom>
            <a:avLst/>
            <a:gdLst>
              <a:gd name="T0" fmla="*/ 0 w 135"/>
              <a:gd name="T1" fmla="*/ 81 h 123"/>
              <a:gd name="T2" fmla="*/ 13 w 135"/>
              <a:gd name="T3" fmla="*/ 123 h 123"/>
              <a:gd name="T4" fmla="*/ 24 w 135"/>
              <a:gd name="T5" fmla="*/ 42 h 123"/>
              <a:gd name="T6" fmla="*/ 26 w 135"/>
              <a:gd name="T7" fmla="*/ 37 h 123"/>
              <a:gd name="T8" fmla="*/ 31 w 135"/>
              <a:gd name="T9" fmla="*/ 34 h 123"/>
              <a:gd name="T10" fmla="*/ 130 w 135"/>
              <a:gd name="T11" fmla="*/ 0 h 123"/>
              <a:gd name="T12" fmla="*/ 134 w 135"/>
              <a:gd name="T13" fmla="*/ 1 h 123"/>
              <a:gd name="T14" fmla="*/ 135 w 135"/>
              <a:gd name="T15" fmla="*/ 4 h 123"/>
              <a:gd name="T16" fmla="*/ 134 w 135"/>
              <a:gd name="T17" fmla="*/ 1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5" h="123">
                <a:moveTo>
                  <a:pt x="0" y="81"/>
                </a:moveTo>
                <a:cubicBezTo>
                  <a:pt x="3" y="96"/>
                  <a:pt x="7" y="110"/>
                  <a:pt x="13" y="123"/>
                </a:cubicBezTo>
                <a:cubicBezTo>
                  <a:pt x="17" y="96"/>
                  <a:pt x="21" y="69"/>
                  <a:pt x="24" y="42"/>
                </a:cubicBezTo>
                <a:cubicBezTo>
                  <a:pt x="25" y="40"/>
                  <a:pt x="25" y="38"/>
                  <a:pt x="26" y="37"/>
                </a:cubicBezTo>
                <a:cubicBezTo>
                  <a:pt x="27" y="35"/>
                  <a:pt x="29" y="35"/>
                  <a:pt x="31" y="34"/>
                </a:cubicBezTo>
                <a:cubicBezTo>
                  <a:pt x="63" y="21"/>
                  <a:pt x="96" y="10"/>
                  <a:pt x="130" y="0"/>
                </a:cubicBezTo>
                <a:cubicBezTo>
                  <a:pt x="131" y="0"/>
                  <a:pt x="133" y="0"/>
                  <a:pt x="134" y="1"/>
                </a:cubicBezTo>
                <a:cubicBezTo>
                  <a:pt x="135" y="2"/>
                  <a:pt x="135" y="3"/>
                  <a:pt x="135" y="4"/>
                </a:cubicBezTo>
                <a:cubicBezTo>
                  <a:pt x="135" y="9"/>
                  <a:pt x="134" y="14"/>
                  <a:pt x="134" y="19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4" name="Freeform 34"/>
          <p:cNvSpPr/>
          <p:nvPr userDrawn="1">
            <p:custDataLst>
              <p:tags r:id="rId4"/>
            </p:custDataLst>
          </p:nvPr>
        </p:nvSpPr>
        <p:spPr bwMode="auto">
          <a:xfrm>
            <a:off x="10988675" y="5886450"/>
            <a:ext cx="189865" cy="229870"/>
          </a:xfrm>
          <a:custGeom>
            <a:avLst/>
            <a:gdLst>
              <a:gd name="T0" fmla="*/ 0 w 57"/>
              <a:gd name="T1" fmla="*/ 15 h 69"/>
              <a:gd name="T2" fmla="*/ 10 w 57"/>
              <a:gd name="T3" fmla="*/ 3 h 69"/>
              <a:gd name="T4" fmla="*/ 24 w 57"/>
              <a:gd name="T5" fmla="*/ 3 h 69"/>
              <a:gd name="T6" fmla="*/ 26 w 57"/>
              <a:gd name="T7" fmla="*/ 24 h 69"/>
              <a:gd name="T8" fmla="*/ 4 w 57"/>
              <a:gd name="T9" fmla="*/ 69 h 69"/>
              <a:gd name="T10" fmla="*/ 57 w 57"/>
              <a:gd name="T11" fmla="*/ 56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" h="69">
                <a:moveTo>
                  <a:pt x="0" y="15"/>
                </a:moveTo>
                <a:cubicBezTo>
                  <a:pt x="3" y="10"/>
                  <a:pt x="6" y="6"/>
                  <a:pt x="10" y="3"/>
                </a:cubicBezTo>
                <a:cubicBezTo>
                  <a:pt x="14" y="1"/>
                  <a:pt x="20" y="0"/>
                  <a:pt x="24" y="3"/>
                </a:cubicBezTo>
                <a:cubicBezTo>
                  <a:pt x="30" y="8"/>
                  <a:pt x="28" y="17"/>
                  <a:pt x="26" y="24"/>
                </a:cubicBezTo>
                <a:cubicBezTo>
                  <a:pt x="21" y="40"/>
                  <a:pt x="16" y="57"/>
                  <a:pt x="4" y="69"/>
                </a:cubicBezTo>
                <a:cubicBezTo>
                  <a:pt x="21" y="63"/>
                  <a:pt x="39" y="59"/>
                  <a:pt x="57" y="5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8" name="Freeform 35"/>
          <p:cNvSpPr/>
          <p:nvPr userDrawn="1">
            <p:custDataLst>
              <p:tags r:id="rId5"/>
            </p:custDataLst>
          </p:nvPr>
        </p:nvSpPr>
        <p:spPr bwMode="auto">
          <a:xfrm>
            <a:off x="746125" y="629285"/>
            <a:ext cx="136525" cy="345440"/>
          </a:xfrm>
          <a:custGeom>
            <a:avLst/>
            <a:gdLst>
              <a:gd name="T0" fmla="*/ 61 w 61"/>
              <a:gd name="T1" fmla="*/ 0 h 154"/>
              <a:gd name="T2" fmla="*/ 9 w 61"/>
              <a:gd name="T3" fmla="*/ 68 h 154"/>
              <a:gd name="T4" fmla="*/ 11 w 61"/>
              <a:gd name="T5" fmla="*/ 154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" h="154">
                <a:moveTo>
                  <a:pt x="61" y="0"/>
                </a:moveTo>
                <a:cubicBezTo>
                  <a:pt x="34" y="16"/>
                  <a:pt x="16" y="41"/>
                  <a:pt x="9" y="68"/>
                </a:cubicBezTo>
                <a:cubicBezTo>
                  <a:pt x="1" y="96"/>
                  <a:pt x="0" y="124"/>
                  <a:pt x="11" y="154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69" name="Freeform 36"/>
          <p:cNvSpPr/>
          <p:nvPr userDrawn="1">
            <p:custDataLst>
              <p:tags r:id="rId6"/>
            </p:custDataLst>
          </p:nvPr>
        </p:nvSpPr>
        <p:spPr bwMode="auto">
          <a:xfrm>
            <a:off x="1245870" y="777240"/>
            <a:ext cx="136525" cy="345440"/>
          </a:xfrm>
          <a:custGeom>
            <a:avLst/>
            <a:gdLst>
              <a:gd name="T0" fmla="*/ 0 w 61"/>
              <a:gd name="T1" fmla="*/ 154 h 154"/>
              <a:gd name="T2" fmla="*/ 52 w 61"/>
              <a:gd name="T3" fmla="*/ 86 h 154"/>
              <a:gd name="T4" fmla="*/ 50 w 61"/>
              <a:gd name="T5" fmla="*/ 0 h 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1" h="154">
                <a:moveTo>
                  <a:pt x="0" y="154"/>
                </a:moveTo>
                <a:cubicBezTo>
                  <a:pt x="27" y="138"/>
                  <a:pt x="45" y="113"/>
                  <a:pt x="52" y="86"/>
                </a:cubicBezTo>
                <a:cubicBezTo>
                  <a:pt x="60" y="59"/>
                  <a:pt x="61" y="30"/>
                  <a:pt x="50" y="0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0" name="Freeform 37"/>
          <p:cNvSpPr/>
          <p:nvPr userDrawn="1">
            <p:custDataLst>
              <p:tags r:id="rId7"/>
            </p:custDataLst>
          </p:nvPr>
        </p:nvSpPr>
        <p:spPr bwMode="auto">
          <a:xfrm>
            <a:off x="810895" y="725805"/>
            <a:ext cx="148590" cy="214630"/>
          </a:xfrm>
          <a:custGeom>
            <a:avLst/>
            <a:gdLst>
              <a:gd name="T0" fmla="*/ 0 w 66"/>
              <a:gd name="T1" fmla="*/ 85 h 96"/>
              <a:gd name="T2" fmla="*/ 58 w 66"/>
              <a:gd name="T3" fmla="*/ 0 h 96"/>
              <a:gd name="T4" fmla="*/ 66 w 66"/>
              <a:gd name="T5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6" h="96">
                <a:moveTo>
                  <a:pt x="0" y="85"/>
                </a:moveTo>
                <a:cubicBezTo>
                  <a:pt x="19" y="56"/>
                  <a:pt x="39" y="28"/>
                  <a:pt x="58" y="0"/>
                </a:cubicBezTo>
                <a:cubicBezTo>
                  <a:pt x="61" y="32"/>
                  <a:pt x="64" y="64"/>
                  <a:pt x="66" y="9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1" name="Freeform 38"/>
          <p:cNvSpPr/>
          <p:nvPr userDrawn="1">
            <p:custDataLst>
              <p:tags r:id="rId8"/>
            </p:custDataLst>
          </p:nvPr>
        </p:nvSpPr>
        <p:spPr bwMode="auto">
          <a:xfrm>
            <a:off x="876300" y="821690"/>
            <a:ext cx="74295" cy="13970"/>
          </a:xfrm>
          <a:custGeom>
            <a:avLst/>
            <a:gdLst>
              <a:gd name="T0" fmla="*/ 0 w 33"/>
              <a:gd name="T1" fmla="*/ 0 h 6"/>
              <a:gd name="T2" fmla="*/ 33 w 33"/>
              <a:gd name="T3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3" h="6">
                <a:moveTo>
                  <a:pt x="0" y="0"/>
                </a:moveTo>
                <a:cubicBezTo>
                  <a:pt x="11" y="1"/>
                  <a:pt x="22" y="3"/>
                  <a:pt x="33" y="6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2" name="Freeform 39"/>
          <p:cNvSpPr/>
          <p:nvPr userDrawn="1">
            <p:custDataLst>
              <p:tags r:id="rId9"/>
            </p:custDataLst>
          </p:nvPr>
        </p:nvSpPr>
        <p:spPr bwMode="auto">
          <a:xfrm>
            <a:off x="1035050" y="857885"/>
            <a:ext cx="78740" cy="20320"/>
          </a:xfrm>
          <a:custGeom>
            <a:avLst/>
            <a:gdLst>
              <a:gd name="T0" fmla="*/ 0 w 35"/>
              <a:gd name="T1" fmla="*/ 0 h 9"/>
              <a:gd name="T2" fmla="*/ 35 w 35"/>
              <a:gd name="T3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5" h="9">
                <a:moveTo>
                  <a:pt x="0" y="0"/>
                </a:moveTo>
                <a:cubicBezTo>
                  <a:pt x="12" y="3"/>
                  <a:pt x="23" y="6"/>
                  <a:pt x="35" y="9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3" name="Freeform 40"/>
          <p:cNvSpPr/>
          <p:nvPr userDrawn="1">
            <p:custDataLst>
              <p:tags r:id="rId10"/>
            </p:custDataLst>
          </p:nvPr>
        </p:nvSpPr>
        <p:spPr bwMode="auto">
          <a:xfrm>
            <a:off x="1062355" y="831215"/>
            <a:ext cx="17780" cy="92075"/>
          </a:xfrm>
          <a:custGeom>
            <a:avLst/>
            <a:gdLst>
              <a:gd name="T0" fmla="*/ 8 w 8"/>
              <a:gd name="T1" fmla="*/ 0 h 41"/>
              <a:gd name="T2" fmla="*/ 0 w 8"/>
              <a:gd name="T3" fmla="*/ 41 h 4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" h="41">
                <a:moveTo>
                  <a:pt x="8" y="0"/>
                </a:moveTo>
                <a:cubicBezTo>
                  <a:pt x="5" y="14"/>
                  <a:pt x="2" y="27"/>
                  <a:pt x="0" y="41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4" name="Freeform 41"/>
          <p:cNvSpPr/>
          <p:nvPr userDrawn="1">
            <p:custDataLst>
              <p:tags r:id="rId11"/>
            </p:custDataLst>
          </p:nvPr>
        </p:nvSpPr>
        <p:spPr bwMode="auto">
          <a:xfrm>
            <a:off x="1141095" y="795655"/>
            <a:ext cx="138430" cy="221615"/>
          </a:xfrm>
          <a:custGeom>
            <a:avLst/>
            <a:gdLst>
              <a:gd name="T0" fmla="*/ 0 w 62"/>
              <a:gd name="T1" fmla="*/ 89 h 99"/>
              <a:gd name="T2" fmla="*/ 24 w 62"/>
              <a:gd name="T3" fmla="*/ 0 h 99"/>
              <a:gd name="T4" fmla="*/ 53 w 62"/>
              <a:gd name="T5" fmla="*/ 10 h 99"/>
              <a:gd name="T6" fmla="*/ 54 w 62"/>
              <a:gd name="T7" fmla="*/ 38 h 99"/>
              <a:gd name="T8" fmla="*/ 38 w 62"/>
              <a:gd name="T9" fmla="*/ 43 h 99"/>
              <a:gd name="T10" fmla="*/ 60 w 62"/>
              <a:gd name="T11" fmla="*/ 68 h 99"/>
              <a:gd name="T12" fmla="*/ 55 w 62"/>
              <a:gd name="T13" fmla="*/ 81 h 99"/>
              <a:gd name="T14" fmla="*/ 40 w 62"/>
              <a:gd name="T15" fmla="*/ 96 h 99"/>
              <a:gd name="T16" fmla="*/ 19 w 62"/>
              <a:gd name="T17" fmla="*/ 95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2" h="99">
                <a:moveTo>
                  <a:pt x="0" y="89"/>
                </a:moveTo>
                <a:cubicBezTo>
                  <a:pt x="9" y="60"/>
                  <a:pt x="17" y="30"/>
                  <a:pt x="24" y="0"/>
                </a:cubicBezTo>
                <a:cubicBezTo>
                  <a:pt x="34" y="0"/>
                  <a:pt x="46" y="2"/>
                  <a:pt x="53" y="10"/>
                </a:cubicBezTo>
                <a:cubicBezTo>
                  <a:pt x="61" y="17"/>
                  <a:pt x="62" y="32"/>
                  <a:pt x="54" y="38"/>
                </a:cubicBezTo>
                <a:cubicBezTo>
                  <a:pt x="49" y="42"/>
                  <a:pt x="44" y="42"/>
                  <a:pt x="38" y="43"/>
                </a:cubicBezTo>
                <a:cubicBezTo>
                  <a:pt x="50" y="46"/>
                  <a:pt x="60" y="56"/>
                  <a:pt x="60" y="68"/>
                </a:cubicBezTo>
                <a:cubicBezTo>
                  <a:pt x="59" y="73"/>
                  <a:pt x="58" y="77"/>
                  <a:pt x="55" y="81"/>
                </a:cubicBezTo>
                <a:cubicBezTo>
                  <a:pt x="52" y="88"/>
                  <a:pt x="46" y="93"/>
                  <a:pt x="40" y="96"/>
                </a:cubicBezTo>
                <a:cubicBezTo>
                  <a:pt x="33" y="99"/>
                  <a:pt x="25" y="99"/>
                  <a:pt x="19" y="95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5" name="Freeform 42"/>
          <p:cNvSpPr/>
          <p:nvPr userDrawn="1">
            <p:custDataLst>
              <p:tags r:id="rId12"/>
            </p:custDataLst>
          </p:nvPr>
        </p:nvSpPr>
        <p:spPr bwMode="auto">
          <a:xfrm>
            <a:off x="1411605" y="743585"/>
            <a:ext cx="40640" cy="67310"/>
          </a:xfrm>
          <a:custGeom>
            <a:avLst/>
            <a:gdLst>
              <a:gd name="T0" fmla="*/ 1 w 18"/>
              <a:gd name="T1" fmla="*/ 5 h 30"/>
              <a:gd name="T2" fmla="*/ 12 w 18"/>
              <a:gd name="T3" fmla="*/ 1 h 30"/>
              <a:gd name="T4" fmla="*/ 17 w 18"/>
              <a:gd name="T5" fmla="*/ 10 h 30"/>
              <a:gd name="T6" fmla="*/ 14 w 18"/>
              <a:gd name="T7" fmla="*/ 14 h 30"/>
              <a:gd name="T8" fmla="*/ 0 w 18"/>
              <a:gd name="T9" fmla="*/ 27 h 30"/>
              <a:gd name="T10" fmla="*/ 15 w 18"/>
              <a:gd name="T11" fmla="*/ 3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" h="30">
                <a:moveTo>
                  <a:pt x="1" y="5"/>
                </a:moveTo>
                <a:cubicBezTo>
                  <a:pt x="4" y="2"/>
                  <a:pt x="8" y="0"/>
                  <a:pt x="12" y="1"/>
                </a:cubicBezTo>
                <a:cubicBezTo>
                  <a:pt x="15" y="2"/>
                  <a:pt x="18" y="6"/>
                  <a:pt x="17" y="10"/>
                </a:cubicBezTo>
                <a:cubicBezTo>
                  <a:pt x="17" y="11"/>
                  <a:pt x="15" y="12"/>
                  <a:pt x="14" y="14"/>
                </a:cubicBezTo>
                <a:cubicBezTo>
                  <a:pt x="10" y="18"/>
                  <a:pt x="5" y="23"/>
                  <a:pt x="0" y="27"/>
                </a:cubicBezTo>
                <a:cubicBezTo>
                  <a:pt x="5" y="27"/>
                  <a:pt x="10" y="28"/>
                  <a:pt x="15" y="30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7" name="Freeform 46"/>
          <p:cNvSpPr/>
          <p:nvPr userDrawn="1">
            <p:custDataLst>
              <p:tags r:id="rId13"/>
            </p:custDataLst>
          </p:nvPr>
        </p:nvSpPr>
        <p:spPr bwMode="auto">
          <a:xfrm>
            <a:off x="10672445" y="717550"/>
            <a:ext cx="146050" cy="297815"/>
          </a:xfrm>
          <a:custGeom>
            <a:avLst/>
            <a:gdLst>
              <a:gd name="T0" fmla="*/ 0 w 38"/>
              <a:gd name="T1" fmla="*/ 31 h 77"/>
              <a:gd name="T2" fmla="*/ 38 w 38"/>
              <a:gd name="T3" fmla="*/ 0 h 77"/>
              <a:gd name="T4" fmla="*/ 17 w 38"/>
              <a:gd name="T5" fmla="*/ 77 h 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" h="77">
                <a:moveTo>
                  <a:pt x="0" y="31"/>
                </a:moveTo>
                <a:cubicBezTo>
                  <a:pt x="13" y="21"/>
                  <a:pt x="25" y="11"/>
                  <a:pt x="38" y="0"/>
                </a:cubicBezTo>
                <a:cubicBezTo>
                  <a:pt x="31" y="26"/>
                  <a:pt x="24" y="52"/>
                  <a:pt x="17" y="77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8" name="Freeform 47"/>
          <p:cNvSpPr/>
          <p:nvPr userDrawn="1">
            <p:custDataLst>
              <p:tags r:id="rId14"/>
            </p:custDataLst>
          </p:nvPr>
        </p:nvSpPr>
        <p:spPr bwMode="auto">
          <a:xfrm>
            <a:off x="10892155" y="922020"/>
            <a:ext cx="146050" cy="19685"/>
          </a:xfrm>
          <a:custGeom>
            <a:avLst/>
            <a:gdLst>
              <a:gd name="T0" fmla="*/ 0 w 38"/>
              <a:gd name="T1" fmla="*/ 0 h 5"/>
              <a:gd name="T2" fmla="*/ 38 w 38"/>
              <a:gd name="T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8" h="5">
                <a:moveTo>
                  <a:pt x="0" y="0"/>
                </a:moveTo>
                <a:cubicBezTo>
                  <a:pt x="13" y="1"/>
                  <a:pt x="26" y="2"/>
                  <a:pt x="38" y="5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79" name="Freeform 48"/>
          <p:cNvSpPr/>
          <p:nvPr userDrawn="1">
            <p:custDataLst>
              <p:tags r:id="rId15"/>
            </p:custDataLst>
          </p:nvPr>
        </p:nvSpPr>
        <p:spPr bwMode="auto">
          <a:xfrm>
            <a:off x="10950575" y="852805"/>
            <a:ext cx="26670" cy="127635"/>
          </a:xfrm>
          <a:custGeom>
            <a:avLst/>
            <a:gdLst>
              <a:gd name="T0" fmla="*/ 7 w 7"/>
              <a:gd name="T1" fmla="*/ 0 h 33"/>
              <a:gd name="T2" fmla="*/ 0 w 7"/>
              <a:gd name="T3" fmla="*/ 33 h 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" h="33">
                <a:moveTo>
                  <a:pt x="7" y="0"/>
                </a:moveTo>
                <a:cubicBezTo>
                  <a:pt x="5" y="11"/>
                  <a:pt x="2" y="22"/>
                  <a:pt x="0" y="33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80" name="Freeform 49"/>
          <p:cNvSpPr/>
          <p:nvPr userDrawn="1">
            <p:custDataLst>
              <p:tags r:id="rId16"/>
            </p:custDataLst>
          </p:nvPr>
        </p:nvSpPr>
        <p:spPr bwMode="auto">
          <a:xfrm>
            <a:off x="11092815" y="775970"/>
            <a:ext cx="180975" cy="281940"/>
          </a:xfrm>
          <a:custGeom>
            <a:avLst/>
            <a:gdLst>
              <a:gd name="T0" fmla="*/ 14 w 47"/>
              <a:gd name="T1" fmla="*/ 8 h 73"/>
              <a:gd name="T2" fmla="*/ 27 w 47"/>
              <a:gd name="T3" fmla="*/ 1 h 73"/>
              <a:gd name="T4" fmla="*/ 41 w 47"/>
              <a:gd name="T5" fmla="*/ 6 h 73"/>
              <a:gd name="T6" fmla="*/ 40 w 47"/>
              <a:gd name="T7" fmla="*/ 22 h 73"/>
              <a:gd name="T8" fmla="*/ 0 w 47"/>
              <a:gd name="T9" fmla="*/ 70 h 73"/>
              <a:gd name="T10" fmla="*/ 47 w 47"/>
              <a:gd name="T11" fmla="*/ 73 h 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7" h="73">
                <a:moveTo>
                  <a:pt x="14" y="8"/>
                </a:moveTo>
                <a:cubicBezTo>
                  <a:pt x="18" y="5"/>
                  <a:pt x="22" y="2"/>
                  <a:pt x="27" y="1"/>
                </a:cubicBezTo>
                <a:cubicBezTo>
                  <a:pt x="32" y="0"/>
                  <a:pt x="38" y="2"/>
                  <a:pt x="41" y="6"/>
                </a:cubicBezTo>
                <a:cubicBezTo>
                  <a:pt x="44" y="11"/>
                  <a:pt x="42" y="17"/>
                  <a:pt x="40" y="22"/>
                </a:cubicBezTo>
                <a:cubicBezTo>
                  <a:pt x="31" y="41"/>
                  <a:pt x="17" y="58"/>
                  <a:pt x="0" y="70"/>
                </a:cubicBezTo>
                <a:cubicBezTo>
                  <a:pt x="16" y="71"/>
                  <a:pt x="31" y="72"/>
                  <a:pt x="47" y="73"/>
                </a:cubicBezTo>
              </a:path>
            </a:pathLst>
          </a:custGeom>
          <a:noFill/>
          <a:ln w="17463" cap="flat">
            <a:solidFill>
              <a:srgbClr val="FFFFFF">
                <a:alpha val="26000"/>
              </a:srgbClr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defTabSz="457200"/>
            <a:endParaRPr lang="zh-CN" altLang="en-US" sz="2400"/>
          </a:p>
        </p:txBody>
      </p:sp>
      <p:sp>
        <p:nvSpPr>
          <p:cNvPr id="11" name="Subtitle 10"/>
          <p:cNvSpPr>
            <a:spLocks noGrp="1"/>
          </p:cNvSpPr>
          <p:nvPr>
            <p:ph type="subTitle" idx="16386" hasCustomPrompt="1"/>
            <p:custDataLst>
              <p:tags r:id="rId17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</a:p>
        </p:txBody>
      </p:sp>
      <p:sp>
        <p:nvSpPr>
          <p:cNvPr id="12" name="Title 11"/>
          <p:cNvSpPr>
            <a:spLocks noGrp="1"/>
          </p:cNvSpPr>
          <p:nvPr>
            <p:ph type="ctrTitle" idx="16385" hasCustomPrompt="1"/>
            <p:custDataLst>
              <p:tags r:id="rId18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THANK YOU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_Slide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catalog</a:t>
            </a:r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Contents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6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7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8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Chapter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1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Chapter Title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2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3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Chapter Title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5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04</a:t>
            </a:r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6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7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Chapter Title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_Slide-1-5_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6386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/>
              <a:t>catalog</a:t>
            </a:r>
          </a:p>
        </p:txBody>
      </p:sp>
      <p:sp>
        <p:nvSpPr>
          <p:cNvPr id="12" name="Title 11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0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Contents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</a:p>
        </p:txBody>
      </p:sp>
      <p:sp>
        <p:nvSpPr>
          <p:cNvPr id="14" name="装饰  3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Item title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-32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Your slide title here</a:t>
            </a:r>
          </a:p>
        </p:txBody>
      </p:sp>
      <p:sp>
        <p:nvSpPr>
          <p:cNvPr id="12" name="装饰  1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609600" y="15240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</a:schemeClr>
              </a:gs>
              <a:gs pos="100000">
                <a:schemeClr val="accent1">
                  <a:lumMod val="4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1016000" y="18669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1371600" y="22225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895600" y="20447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Your item title here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895600" y="26035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Enter title text here</a:t>
            </a: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4038600"/>
            <a:ext cx="10972800" cy="2209800"/>
          </a:xfrm>
          <a:custGeom>
            <a:avLst/>
            <a:gdLst>
              <a:gd name="connisteX0" fmla="*/ 0 w 10972800"/>
              <a:gd name="connsiteY0" fmla="*/ 203200 h 2209800"/>
              <a:gd name="connisteX1" fmla="*/ 203200 w 10972800"/>
              <a:gd name="connsiteY1" fmla="*/ 0 h 2209800"/>
              <a:gd name="connisteX2" fmla="*/ 10769600 w 10972800"/>
              <a:gd name="connsiteY2" fmla="*/ 0 h 2209800"/>
              <a:gd name="connisteX3" fmla="*/ 10972800 w 10972800"/>
              <a:gd name="connsiteY3" fmla="*/ 203200 h 2209800"/>
              <a:gd name="connisteX4" fmla="*/ 10972800 w 10972800"/>
              <a:gd name="connsiteY4" fmla="*/ 2006600 h 2209800"/>
              <a:gd name="connisteX5" fmla="*/ 10769600 w 10972800"/>
              <a:gd name="connsiteY5" fmla="*/ 2209800 h 2209800"/>
              <a:gd name="connisteX6" fmla="*/ 203200 w 10972800"/>
              <a:gd name="connsiteY6" fmla="*/ 2209800 h 2209800"/>
              <a:gd name="connisteX7" fmla="*/ 0 w 10972800"/>
              <a:gd name="connsiteY7" fmla="*/ 2006600 h 2209800"/>
              <a:gd name="connisteX8" fmla="*/ 0 w 109728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06600"/>
                </a:lnTo>
                <a:cubicBezTo>
                  <a:pt x="10972800" y="2118824"/>
                  <a:pt x="10881824" y="2209800"/>
                  <a:pt x="107696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8" name="装饰  7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1016000" y="43815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1371600" y="47371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2895600" y="4559300"/>
            <a:ext cx="828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Your item title here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2895600" y="5118100"/>
            <a:ext cx="828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/>
              <a:t>Enter title text here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-63_2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35306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Your slide title here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6394" hasCustomPrompt="1"/>
            <p:custDataLst>
              <p:tags r:id="rId5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4648200" y="35306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4648200" y="40894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Enter title text here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343900" y="35306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343900" y="40894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Enter title text here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4648200" y="51562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4648200" y="57150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Enter title text here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8343900" y="5156200"/>
            <a:ext cx="32385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8343900" y="5715000"/>
            <a:ext cx="32385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Enter title text here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-51_2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itle 10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3479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Your slide title here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6394" hasCustomPrompt="1"/>
            <p:custDataLst>
              <p:tags r:id="rId5"/>
            </p:custDataLst>
          </p:nvPr>
        </p:nvSpPr>
        <p:spPr>
          <a:xfrm>
            <a:off x="609600" y="609600"/>
            <a:ext cx="10972800" cy="2336800"/>
          </a:xfrm>
          <a:custGeom>
            <a:avLst/>
            <a:gdLst>
              <a:gd name="connisteX0" fmla="*/ 0 w 10972800"/>
              <a:gd name="connsiteY0" fmla="*/ 203200 h 2336800"/>
              <a:gd name="connisteX1" fmla="*/ 203200 w 10972800"/>
              <a:gd name="connsiteY1" fmla="*/ 0 h 2336800"/>
              <a:gd name="connisteX2" fmla="*/ 10769600 w 10972800"/>
              <a:gd name="connsiteY2" fmla="*/ 0 h 2336800"/>
              <a:gd name="connisteX3" fmla="*/ 10972800 w 10972800"/>
              <a:gd name="connsiteY3" fmla="*/ 203200 h 2336800"/>
              <a:gd name="connisteX4" fmla="*/ 10972800 w 10972800"/>
              <a:gd name="connsiteY4" fmla="*/ 2133600 h 2336800"/>
              <a:gd name="connisteX5" fmla="*/ 10769600 w 10972800"/>
              <a:gd name="connsiteY5" fmla="*/ 2336800 h 2336800"/>
              <a:gd name="connisteX6" fmla="*/ 203200 w 10972800"/>
              <a:gd name="connsiteY6" fmla="*/ 2336800 h 2336800"/>
              <a:gd name="connisteX7" fmla="*/ 0 w 10972800"/>
              <a:gd name="connsiteY7" fmla="*/ 2133600 h 2336800"/>
              <a:gd name="connisteX8" fmla="*/ 0 w 109728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33600"/>
                </a:lnTo>
                <a:cubicBezTo>
                  <a:pt x="10972800" y="2245824"/>
                  <a:pt x="10881824" y="2336800"/>
                  <a:pt x="107696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Enter title text here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35052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5052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Enter title text here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64008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008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Enter title text here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296400" y="44704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Item title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16393" hasCustomPrompt="1"/>
            <p:custDataLst>
              <p:tags r:id="rId13"/>
            </p:custDataLst>
          </p:nvPr>
        </p:nvSpPr>
        <p:spPr>
          <a:xfrm>
            <a:off x="9296400" y="50292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Enter title text here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 /><Relationship Id="rId13" Type="http://schemas.openxmlformats.org/officeDocument/2006/relationships/theme" Target="../theme/theme2.xml" /><Relationship Id="rId18" Type="http://schemas.openxmlformats.org/officeDocument/2006/relationships/tags" Target="../tags/tag6.xml" /><Relationship Id="rId3" Type="http://schemas.openxmlformats.org/officeDocument/2006/relationships/slideLayout" Target="../slideLayouts/slideLayout14.xml" /><Relationship Id="rId21" Type="http://schemas.openxmlformats.org/officeDocument/2006/relationships/tags" Target="../tags/tag9.xml" /><Relationship Id="rId7" Type="http://schemas.openxmlformats.org/officeDocument/2006/relationships/slideLayout" Target="../slideLayouts/slideLayout18.xml" /><Relationship Id="rId12" Type="http://schemas.openxmlformats.org/officeDocument/2006/relationships/slideLayout" Target="../slideLayouts/slideLayout23.xml" /><Relationship Id="rId17" Type="http://schemas.openxmlformats.org/officeDocument/2006/relationships/tags" Target="../tags/tag5.xml" /><Relationship Id="rId2" Type="http://schemas.openxmlformats.org/officeDocument/2006/relationships/slideLayout" Target="../slideLayouts/slideLayout13.xml" /><Relationship Id="rId16" Type="http://schemas.openxmlformats.org/officeDocument/2006/relationships/tags" Target="../tags/tag4.xml" /><Relationship Id="rId20" Type="http://schemas.openxmlformats.org/officeDocument/2006/relationships/tags" Target="../tags/tag8.xml" /><Relationship Id="rId1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7.xml" /><Relationship Id="rId11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16.xml" /><Relationship Id="rId15" Type="http://schemas.openxmlformats.org/officeDocument/2006/relationships/tags" Target="../tags/tag3.xml" /><Relationship Id="rId10" Type="http://schemas.openxmlformats.org/officeDocument/2006/relationships/slideLayout" Target="../slideLayouts/slideLayout21.xml" /><Relationship Id="rId19" Type="http://schemas.openxmlformats.org/officeDocument/2006/relationships/tags" Target="../tags/tag7.xml" /><Relationship Id="rId4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20.xml" /><Relationship Id="rId14" Type="http://schemas.openxmlformats.org/officeDocument/2006/relationships/tags" Target="../tags/tag2.xml" /><Relationship Id="rId22" Type="http://schemas.openxmlformats.org/officeDocument/2006/relationships/tags" Target="../tags/tag10.xml" 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93.xml" /><Relationship Id="rId13" Type="http://schemas.openxmlformats.org/officeDocument/2006/relationships/tags" Target="../tags/tag198.xml" /><Relationship Id="rId3" Type="http://schemas.openxmlformats.org/officeDocument/2006/relationships/slideLayout" Target="../slideLayouts/slideLayout26.xml" /><Relationship Id="rId7" Type="http://schemas.openxmlformats.org/officeDocument/2006/relationships/tags" Target="../tags/tag192.xml" /><Relationship Id="rId12" Type="http://schemas.openxmlformats.org/officeDocument/2006/relationships/tags" Target="../tags/tag197.xml" /><Relationship Id="rId2" Type="http://schemas.openxmlformats.org/officeDocument/2006/relationships/slideLayout" Target="../slideLayouts/slideLayout25.xml" /><Relationship Id="rId1" Type="http://schemas.openxmlformats.org/officeDocument/2006/relationships/slideLayout" Target="../slideLayouts/slideLayout24.xml" /><Relationship Id="rId6" Type="http://schemas.openxmlformats.org/officeDocument/2006/relationships/tags" Target="../tags/tag191.xml" /><Relationship Id="rId11" Type="http://schemas.openxmlformats.org/officeDocument/2006/relationships/tags" Target="../tags/tag196.xml" /><Relationship Id="rId5" Type="http://schemas.openxmlformats.org/officeDocument/2006/relationships/theme" Target="../theme/theme3.xml" /><Relationship Id="rId10" Type="http://schemas.openxmlformats.org/officeDocument/2006/relationships/tags" Target="../tags/tag195.xml" /><Relationship Id="rId4" Type="http://schemas.openxmlformats.org/officeDocument/2006/relationships/slideLayout" Target="../slideLayouts/slideLayout27.xml" /><Relationship Id="rId9" Type="http://schemas.openxmlformats.org/officeDocument/2006/relationships/tags" Target="../tags/tag19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2000" cy="6855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  <p:sp>
        <p:nvSpPr>
          <p:cNvPr id="7" name="矩形: 圆角 6"/>
          <p:cNvSpPr/>
          <p:nvPr userDrawn="1">
            <p:custDataLst>
              <p:tags r:id="rId16"/>
            </p:custDataLst>
          </p:nvPr>
        </p:nvSpPr>
        <p:spPr>
          <a:xfrm>
            <a:off x="285433" y="271145"/>
            <a:ext cx="11621135" cy="6299200"/>
          </a:xfrm>
          <a:prstGeom prst="roundRect">
            <a:avLst>
              <a:gd name="adj" fmla="val 2097"/>
            </a:avLst>
          </a:prstGeom>
          <a:solidFill>
            <a:schemeClr val="bg2"/>
          </a:solidFill>
          <a:ln w="1270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</p:spTree>
    <p:custDataLst>
      <p:tags r:id="rId14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bg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68554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  <p:sp>
        <p:nvSpPr>
          <p:cNvPr id="7" name="矩形: 圆角 6"/>
          <p:cNvSpPr/>
          <p:nvPr userDrawn="1">
            <p:custDataLst>
              <p:tags r:id="rId7"/>
            </p:custDataLst>
          </p:nvPr>
        </p:nvSpPr>
        <p:spPr>
          <a:xfrm>
            <a:off x="285433" y="271145"/>
            <a:ext cx="11621135" cy="6299200"/>
          </a:xfrm>
          <a:prstGeom prst="roundRect">
            <a:avLst>
              <a:gd name="adj" fmla="val 2097"/>
            </a:avLst>
          </a:prstGeom>
          <a:solidFill>
            <a:schemeClr val="bg2"/>
          </a:solidFill>
          <a:ln w="1270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8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bg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49.xml" /><Relationship Id="rId7" Type="http://schemas.openxmlformats.org/officeDocument/2006/relationships/hyperlink" Target="https://www.marinedatascience.co/software/" TargetMode="External" /><Relationship Id="rId2" Type="http://schemas.openxmlformats.org/officeDocument/2006/relationships/tags" Target="../tags/tag248.xml" /><Relationship Id="rId1" Type="http://schemas.openxmlformats.org/officeDocument/2006/relationships/tags" Target="../tags/tag247.xml" /><Relationship Id="rId6" Type="http://schemas.openxmlformats.org/officeDocument/2006/relationships/image" Target="../media/image1.png" /><Relationship Id="rId5" Type="http://schemas.openxmlformats.org/officeDocument/2006/relationships/slideLayout" Target="../slideLayouts/slideLayout20.xml" /><Relationship Id="rId4" Type="http://schemas.openxmlformats.org/officeDocument/2006/relationships/tags" Target="../tags/tag250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 /><Relationship Id="rId3" Type="http://schemas.openxmlformats.org/officeDocument/2006/relationships/tags" Target="../tags/tag253.xml" /><Relationship Id="rId7" Type="http://schemas.openxmlformats.org/officeDocument/2006/relationships/slideLayout" Target="../slideLayouts/slideLayout24.xml" /><Relationship Id="rId2" Type="http://schemas.openxmlformats.org/officeDocument/2006/relationships/tags" Target="../tags/tag252.xml" /><Relationship Id="rId1" Type="http://schemas.openxmlformats.org/officeDocument/2006/relationships/tags" Target="../tags/tag251.xml" /><Relationship Id="rId6" Type="http://schemas.openxmlformats.org/officeDocument/2006/relationships/tags" Target="../tags/tag256.xml" /><Relationship Id="rId5" Type="http://schemas.openxmlformats.org/officeDocument/2006/relationships/tags" Target="../tags/tag255.xml" /><Relationship Id="rId4" Type="http://schemas.openxmlformats.org/officeDocument/2006/relationships/tags" Target="../tags/tag254.xml" /><Relationship Id="rId9" Type="http://schemas.openxmlformats.org/officeDocument/2006/relationships/hyperlink" Target="https://www.embedded-software-engineering.de/fuenf-weitere-tipps-zur-programmierung-von-embedded-software-a-698720/" TargetMode="Externa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59.xml" /><Relationship Id="rId2" Type="http://schemas.openxmlformats.org/officeDocument/2006/relationships/tags" Target="../tags/tag258.xml" /><Relationship Id="rId1" Type="http://schemas.openxmlformats.org/officeDocument/2006/relationships/tags" Target="../tags/tag257.xml" /><Relationship Id="rId6" Type="http://schemas.openxmlformats.org/officeDocument/2006/relationships/hyperlink" Target="https://www.rawpixel.com/image/399479/free-illustration-vector-developer-coding-binary" TargetMode="External" /><Relationship Id="rId5" Type="http://schemas.openxmlformats.org/officeDocument/2006/relationships/image" Target="../media/image3.1" /><Relationship Id="rId4" Type="http://schemas.openxmlformats.org/officeDocument/2006/relationships/slideLayout" Target="../slideLayouts/slideLayout21.xml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 /><Relationship Id="rId13" Type="http://schemas.openxmlformats.org/officeDocument/2006/relationships/slideLayout" Target="../slideLayouts/slideLayout25.xml" /><Relationship Id="rId18" Type="http://schemas.openxmlformats.org/officeDocument/2006/relationships/image" Target="../media/image7.png" /><Relationship Id="rId3" Type="http://schemas.openxmlformats.org/officeDocument/2006/relationships/tags" Target="../tags/tag262.xml" /><Relationship Id="rId7" Type="http://schemas.openxmlformats.org/officeDocument/2006/relationships/tags" Target="../tags/tag266.xml" /><Relationship Id="rId12" Type="http://schemas.openxmlformats.org/officeDocument/2006/relationships/tags" Target="../tags/tag271.xml" /><Relationship Id="rId17" Type="http://schemas.openxmlformats.org/officeDocument/2006/relationships/image" Target="../media/image6.svg" /><Relationship Id="rId2" Type="http://schemas.openxmlformats.org/officeDocument/2006/relationships/tags" Target="../tags/tag261.xml" /><Relationship Id="rId16" Type="http://schemas.openxmlformats.org/officeDocument/2006/relationships/image" Target="../media/image5.png" /><Relationship Id="rId1" Type="http://schemas.openxmlformats.org/officeDocument/2006/relationships/tags" Target="../tags/tag260.xml" /><Relationship Id="rId6" Type="http://schemas.openxmlformats.org/officeDocument/2006/relationships/tags" Target="../tags/tag265.xml" /><Relationship Id="rId11" Type="http://schemas.openxmlformats.org/officeDocument/2006/relationships/tags" Target="../tags/tag270.xml" /><Relationship Id="rId5" Type="http://schemas.openxmlformats.org/officeDocument/2006/relationships/tags" Target="../tags/tag264.xml" /><Relationship Id="rId15" Type="http://schemas.openxmlformats.org/officeDocument/2006/relationships/hyperlink" Target="https://pxhere.com/en/photo/1557461" TargetMode="External" /><Relationship Id="rId10" Type="http://schemas.openxmlformats.org/officeDocument/2006/relationships/tags" Target="../tags/tag269.xml" /><Relationship Id="rId19" Type="http://schemas.openxmlformats.org/officeDocument/2006/relationships/image" Target="../media/image8.svg" /><Relationship Id="rId4" Type="http://schemas.openxmlformats.org/officeDocument/2006/relationships/tags" Target="../tags/tag263.xml" /><Relationship Id="rId9" Type="http://schemas.openxmlformats.org/officeDocument/2006/relationships/tags" Target="../tags/tag268.xml" /><Relationship Id="rId14" Type="http://schemas.openxmlformats.org/officeDocument/2006/relationships/image" Target="../media/image4.jp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79.xml" /><Relationship Id="rId13" Type="http://schemas.openxmlformats.org/officeDocument/2006/relationships/image" Target="../media/image9.jpeg" /><Relationship Id="rId3" Type="http://schemas.openxmlformats.org/officeDocument/2006/relationships/tags" Target="../tags/tag274.xml" /><Relationship Id="rId7" Type="http://schemas.openxmlformats.org/officeDocument/2006/relationships/tags" Target="../tags/tag278.xml" /><Relationship Id="rId12" Type="http://schemas.openxmlformats.org/officeDocument/2006/relationships/slideLayout" Target="../slideLayouts/slideLayout26.xml" /><Relationship Id="rId2" Type="http://schemas.openxmlformats.org/officeDocument/2006/relationships/tags" Target="../tags/tag273.xml" /><Relationship Id="rId1" Type="http://schemas.openxmlformats.org/officeDocument/2006/relationships/tags" Target="../tags/tag272.xml" /><Relationship Id="rId6" Type="http://schemas.openxmlformats.org/officeDocument/2006/relationships/tags" Target="../tags/tag277.xml" /><Relationship Id="rId11" Type="http://schemas.openxmlformats.org/officeDocument/2006/relationships/tags" Target="../tags/tag282.xml" /><Relationship Id="rId5" Type="http://schemas.openxmlformats.org/officeDocument/2006/relationships/tags" Target="../tags/tag276.xml" /><Relationship Id="rId10" Type="http://schemas.openxmlformats.org/officeDocument/2006/relationships/tags" Target="../tags/tag281.xml" /><Relationship Id="rId4" Type="http://schemas.openxmlformats.org/officeDocument/2006/relationships/tags" Target="../tags/tag275.xml" /><Relationship Id="rId9" Type="http://schemas.openxmlformats.org/officeDocument/2006/relationships/tags" Target="../tags/tag280.xml" /><Relationship Id="rId1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 /><Relationship Id="rId13" Type="http://schemas.openxmlformats.org/officeDocument/2006/relationships/image" Target="../media/image11.jpg" /><Relationship Id="rId3" Type="http://schemas.openxmlformats.org/officeDocument/2006/relationships/tags" Target="../tags/tag285.xml" /><Relationship Id="rId7" Type="http://schemas.openxmlformats.org/officeDocument/2006/relationships/tags" Target="../tags/tag289.xml" /><Relationship Id="rId12" Type="http://schemas.openxmlformats.org/officeDocument/2006/relationships/slideLayout" Target="../slideLayouts/slideLayout27.xml" /><Relationship Id="rId2" Type="http://schemas.openxmlformats.org/officeDocument/2006/relationships/tags" Target="../tags/tag284.xml" /><Relationship Id="rId1" Type="http://schemas.openxmlformats.org/officeDocument/2006/relationships/tags" Target="../tags/tag283.xml" /><Relationship Id="rId6" Type="http://schemas.openxmlformats.org/officeDocument/2006/relationships/tags" Target="../tags/tag288.xml" /><Relationship Id="rId11" Type="http://schemas.openxmlformats.org/officeDocument/2006/relationships/tags" Target="../tags/tag293.xml" /><Relationship Id="rId5" Type="http://schemas.openxmlformats.org/officeDocument/2006/relationships/tags" Target="../tags/tag287.xml" /><Relationship Id="rId15" Type="http://schemas.openxmlformats.org/officeDocument/2006/relationships/image" Target="../media/image12.png" /><Relationship Id="rId10" Type="http://schemas.openxmlformats.org/officeDocument/2006/relationships/tags" Target="../tags/tag292.xml" /><Relationship Id="rId4" Type="http://schemas.openxmlformats.org/officeDocument/2006/relationships/tags" Target="../tags/tag286.xml" /><Relationship Id="rId9" Type="http://schemas.openxmlformats.org/officeDocument/2006/relationships/tags" Target="../tags/tag291.xml" /><Relationship Id="rId14" Type="http://schemas.openxmlformats.org/officeDocument/2006/relationships/hyperlink" Target="https://www.embedded-software-engineering.de/c-fuer-echtzeit-anwendungen-a-594143/" TargetMode="Externa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96.xml" /><Relationship Id="rId2" Type="http://schemas.openxmlformats.org/officeDocument/2006/relationships/tags" Target="../tags/tag295.xml" /><Relationship Id="rId1" Type="http://schemas.openxmlformats.org/officeDocument/2006/relationships/tags" Target="../tags/tag294.xml" /><Relationship Id="rId6" Type="http://schemas.openxmlformats.org/officeDocument/2006/relationships/hyperlink" Target="https://www.flickr.com/photos/wallboat/36819065315/" TargetMode="External" /><Relationship Id="rId5" Type="http://schemas.openxmlformats.org/officeDocument/2006/relationships/image" Target="../media/image13.jpg" /><Relationship Id="rId4" Type="http://schemas.openxmlformats.org/officeDocument/2006/relationships/slideLayout" Target="../slideLayouts/slideLayout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6">
            <a:lum/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 t="-50000" b="-5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en-US" b="1"/>
              <a:t>2026/07/12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idx="16385"/>
            <p:custDataLst>
              <p:tags r:id="rId3"/>
            </p:custDataLst>
          </p:nvPr>
        </p:nvSpPr>
        <p:spPr>
          <a:xfrm>
            <a:off x="1957255" y="2596356"/>
            <a:ext cx="8384646" cy="187960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Student Processing Flowchart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FF00"/>
                </a:solidFill>
              </a:rPr>
              <a:t>Reporter: </a:t>
            </a:r>
            <a:r>
              <a:rPr lang="en-US" altLang="zh-CN" b="1" dirty="0">
                <a:solidFill>
                  <a:srgbClr val="FFFF00"/>
                </a:solidFill>
              </a:rPr>
              <a:t>Group 4.9</a:t>
            </a:r>
            <a:endParaRPr lang="zh-CN" altLang="en-US" b="1" dirty="0">
              <a:solidFill>
                <a:srgbClr val="FFFF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8">
            <a:lum/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6386"/>
            <p:custDataLst>
              <p:tags r:id="rId2"/>
            </p:custDataLst>
          </p:nvPr>
        </p:nvSpPr>
        <p:spPr>
          <a:xfrm>
            <a:off x="1150540" y="2411016"/>
            <a:ext cx="1976904" cy="636984"/>
          </a:xfrm>
        </p:spPr>
        <p:txBody>
          <a:bodyPr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>
                <a:solidFill>
                  <a:schemeClr val="tx2">
                    <a:lumMod val="10000"/>
                  </a:schemeClr>
                </a:solidFill>
              </a:rPr>
              <a:t>catalog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idx="16385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zh-CN" altLang="en-US" sz="4000" dirty="0">
                <a:solidFill>
                  <a:srgbClr val="00B0F0"/>
                </a:solidFill>
              </a:rPr>
              <a:t>Contents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4254499" y="3175000"/>
            <a:ext cx="622301" cy="634999"/>
          </a:xfrm>
        </p:spPr>
        <p:txBody>
          <a:bodyPr/>
          <a:lstStyle/>
          <a:p>
            <a:pPr algn="ctr">
              <a:lnSpc>
                <a:spcPct val="109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01</a:t>
            </a:r>
          </a:p>
        </p:txBody>
      </p:sp>
      <p:sp>
        <p:nvSpPr>
          <p:cNvPr id="5" name="装饰  3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4991102" y="2971800"/>
            <a:ext cx="2324100" cy="914400"/>
          </a:xfrm>
        </p:spPr>
        <p:txBody>
          <a:bodyPr>
            <a:normAutofit/>
          </a:bodyPr>
          <a:lstStyle/>
          <a:p>
            <a:pPr algn="l">
              <a:lnSpc>
                <a:spcPct val="118000"/>
              </a:lnSpc>
            </a:pPr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</a:rPr>
              <a:t>Flowchart Structure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5">
            <a:lum/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2060"/>
                </a:solidFill>
                <a:highlight>
                  <a:srgbClr val="00FFFF"/>
                </a:highlight>
              </a:rPr>
              <a:t>Flowchart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8725711" y="1905000"/>
            <a:ext cx="2801566" cy="1524000"/>
          </a:xfrm>
        </p:spPr>
        <p:txBody>
          <a:bodyPr/>
          <a:lstStyle/>
          <a:p>
            <a:pPr algn="ctr"/>
            <a:r>
              <a:rPr lang="en-US" altLang="en-US" dirty="0">
                <a:solidFill>
                  <a:schemeClr val="accent1"/>
                </a:solidFill>
                <a:highlight>
                  <a:srgbClr val="FFFF00"/>
                </a:highlight>
              </a:rPr>
              <a:t>01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4">
            <a:lum/>
            <a:extLst>
              <a:ext uri="{837473B0-CC2E-450A-ABE3-18F120FF3D39}">
                <a1611:picAttrSrcUrl xmlns:a1611="http://schemas.microsoft.com/office/drawing/2016/11/main" r:id="rId15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pattFill prst="pct60">
            <a:fgClr>
              <a:schemeClr val="accent1"/>
            </a:fgClr>
            <a:bgClr>
              <a:schemeClr val="bg1"/>
            </a:bgClr>
          </a:pattFill>
        </p:spPr>
        <p:txBody>
          <a:bodyPr>
            <a:no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sz="4000" dirty="0">
                <a:solidFill>
                  <a:schemeClr val="tx2">
                    <a:lumMod val="10000"/>
                  </a:schemeClr>
                </a:solidFill>
              </a:rPr>
              <a:t>Initial Setup and Input</a:t>
            </a:r>
          </a:p>
        </p:txBody>
      </p:sp>
      <p:sp>
        <p:nvSpPr>
          <p:cNvPr id="3" name="装饰  1"/>
          <p:cNvSpPr>
            <a:spLocks noGrp="1"/>
          </p:cNvSpPr>
          <p:nvPr>
            <p:ph type="body" idx="1639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14" name="Picture Placeholder 13"/>
          <p:cNvPicPr>
            <a:picLocks noGrp="1"/>
          </p:cNvPicPr>
          <p:nvPr>
            <p:ph type="pic" idx="16390"/>
            <p:custDataLst>
              <p:tags r:id="rId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71600" y="2222500"/>
            <a:ext cx="812800" cy="8128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idx="16386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/>
              <a:t>Display Title and Course Information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387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25000"/>
              </a:lnSpc>
            </a:pPr>
            <a:r>
              <a:rPr lang="zh-CN" altLang="en-US"/>
              <a:t>The process begins by displaying a title and inputting course details, date, and the number of students.</a:t>
            </a:r>
          </a:p>
        </p:txBody>
      </p:sp>
      <p:sp>
        <p:nvSpPr>
          <p:cNvPr id="8" name="装饰  6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>
          <a:xfrm>
            <a:off x="609600" y="3798491"/>
            <a:ext cx="10972800" cy="2209800"/>
          </a:xfrm>
        </p:spPr>
        <p:txBody>
          <a:bodyPr/>
          <a:lstStyle/>
          <a:p>
            <a:r>
              <a:rPr lang="zh-CN" altLang="en-US" b="1"/>
              <a:t> </a:t>
            </a:r>
          </a:p>
        </p:txBody>
      </p:sp>
      <p:sp>
        <p:nvSpPr>
          <p:cNvPr id="9" name="装饰  7"/>
          <p:cNvSpPr>
            <a:spLocks noGrp="1"/>
          </p:cNvSpPr>
          <p:nvPr>
            <p:ph type="body" idx="16395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 </a:t>
            </a:r>
          </a:p>
        </p:txBody>
      </p:sp>
      <p:pic>
        <p:nvPicPr>
          <p:cNvPr id="13" name="Picture Placeholder 12"/>
          <p:cNvPicPr>
            <a:picLocks noGrp="1"/>
          </p:cNvPicPr>
          <p:nvPr>
            <p:ph type="pic" idx="16393"/>
            <p:custDataLst>
              <p:tags r:id="rId10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71600" y="4737100"/>
            <a:ext cx="812800" cy="812800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idx="16388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>
                <a:solidFill>
                  <a:srgbClr val="800000"/>
                </a:solidFill>
              </a:rPr>
              <a:t>Initialize Counters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/>
            <p:custDataLst>
              <p:tags r:id="rId12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25000"/>
              </a:lnSpc>
            </a:pPr>
            <a:r>
              <a:rPr lang="zh-CN" altLang="en-US">
                <a:solidFill>
                  <a:srgbClr val="002060"/>
                </a:solidFill>
              </a:rPr>
              <a:t>Before processing students, necessary counters are initialized to track various metrics.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dirty="0">
                <a:solidFill>
                  <a:srgbClr val="0070C0"/>
                </a:solidFill>
                <a:latin typeface="Cambria Math" panose="02040503050406030204" pitchFamily="18" charset="0"/>
              </a:rPr>
              <a:t>Student Data Processing Loop</a:t>
            </a:r>
          </a:p>
        </p:txBody>
      </p:sp>
      <p:pic>
        <p:nvPicPr>
          <p:cNvPr id="3" name="Content Placeholder 2" descr="8165bb97-7d8e-11f1-943e-f2cca25ca531"/>
          <p:cNvPicPr>
            <a:picLocks noGrp="1" noChangeAspect="1"/>
          </p:cNvPicPr>
          <p:nvPr>
            <p:ph idx="16394"/>
            <p:custDataLst>
              <p:tags r:id="rId3"/>
            </p:custDataLst>
          </p:nvPr>
        </p:nvPicPr>
        <p:blipFill>
          <a:blip r:embed="rId14"/>
          <a:srcRect t="25132" b="25132"/>
          <a:stretch>
            <a:fillRect/>
          </a:stretch>
        </p:blipFill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Text Placeholder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4348264" y="3530600"/>
            <a:ext cx="3168785" cy="406400"/>
          </a:xfrm>
          <a:pattFill prst="pct80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b="1" dirty="0"/>
              <a:t>Input Student Details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4278549" y="4140200"/>
            <a:ext cx="3238500" cy="609600"/>
          </a:xfrm>
          <a:noFill/>
        </p:spPr>
        <p:txBody>
          <a:bodyPr>
            <a:no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1800" b="1" i="1" dirty="0">
                <a:solidFill>
                  <a:schemeClr val="bg1"/>
                </a:solidFill>
                <a:highlight>
                  <a:srgbClr val="00FFFF"/>
                </a:highlight>
              </a:rPr>
              <a:t>For each student, their specific details are input into the system.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8153400" y="3530600"/>
            <a:ext cx="3429000" cy="406400"/>
          </a:xfrm>
          <a:pattFill prst="pct80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b="1" dirty="0"/>
              <a:t>Validate Student Status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8153400" y="4097506"/>
            <a:ext cx="3429000" cy="609600"/>
          </a:xfrm>
          <a:blipFill>
            <a:blip r:embed="rId13"/>
            <a:tile tx="0" ty="0" sx="100000" sy="100000" flip="none" algn="tl"/>
          </a:blipFill>
        </p:spPr>
        <p:txBody>
          <a:bodyPr>
            <a:normAutofit lnSpcReduction="10000"/>
          </a:bodyPr>
          <a:lstStyle/>
          <a:p>
            <a:pPr algn="l">
              <a:lnSpc>
                <a:spcPct val="125000"/>
              </a:lnSpc>
            </a:pPr>
            <a:r>
              <a:rPr lang="zh-CN" altLang="en-US" sz="1800" b="1" dirty="0">
                <a:solidFill>
                  <a:schemeClr val="bg1"/>
                </a:solidFill>
                <a:highlight>
                  <a:srgbClr val="00FFFF"/>
                </a:highlight>
              </a:rPr>
              <a:t>The system checks if the input student's status is valid.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4648200" y="5375672"/>
            <a:ext cx="3238500" cy="406400"/>
          </a:xfrm>
          <a:pattFill prst="pct80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b="1" dirty="0"/>
              <a:t>Handle Valid Status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4719637" y="5982891"/>
            <a:ext cx="3238500" cy="478631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bg1"/>
                </a:solidFill>
                <a:highlight>
                  <a:srgbClr val="00FFFF"/>
                </a:highlight>
              </a:rPr>
              <a:t>If the student's status is valid, relevant counters are updated.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>
          <a:pattFill prst="pct80">
            <a:fgClr>
              <a:srgbClr val="00B0F0"/>
            </a:fgClr>
            <a:bgClr>
              <a:schemeClr val="bg1"/>
            </a:bgClr>
          </a:pattFill>
        </p:spPr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dirty="0"/>
              <a:t>Handle Invalid Status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>
          <a:xfrm>
            <a:off x="8343900" y="5715000"/>
            <a:ext cx="3238500" cy="910828"/>
          </a:xfrm>
        </p:spPr>
        <p:txBody>
          <a:bodyPr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bg1"/>
                </a:solidFill>
                <a:highlight>
                  <a:srgbClr val="00FFFF"/>
                </a:highlight>
              </a:rPr>
              <a:t>If the student's status is invalid, an error message is displayed, and the process loops back for re-input.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/>
              <a:t>Finalization and Reporting</a:t>
            </a:r>
          </a:p>
        </p:txBody>
      </p:sp>
      <p:pic>
        <p:nvPicPr>
          <p:cNvPr id="3" name="Content Placeholder 2" descr="80e68238-7d8e-11f1-943e-f2cca25ca531"/>
          <p:cNvPicPr>
            <a:picLocks noGrp="1" noChangeAspect="1"/>
          </p:cNvPicPr>
          <p:nvPr>
            <p:ph idx="16394"/>
            <p:custDataLst>
              <p:tags r:id="rId3"/>
            </p:custDataLst>
          </p:nvPr>
        </p:nvPicPr>
        <p:blipFill>
          <a:blip r:embed="rId15"/>
          <a:srcRect t="25661" b="25661"/>
          <a:stretch>
            <a:fillRect/>
          </a:stretch>
        </p:blipFill>
        <p:spPr>
          <a:xfrm>
            <a:off x="609600" y="609600"/>
            <a:ext cx="10972800" cy="2336800"/>
          </a:xfrm>
          <a:custGeom>
            <a:avLst/>
            <a:gdLst>
              <a:gd name="connisteX0" fmla="*/ 0 w 10972800"/>
              <a:gd name="connsiteY0" fmla="*/ 203200 h 2336800"/>
              <a:gd name="connisteX1" fmla="*/ 203200 w 10972800"/>
              <a:gd name="connsiteY1" fmla="*/ 0 h 2336800"/>
              <a:gd name="connisteX2" fmla="*/ 10769600 w 10972800"/>
              <a:gd name="connsiteY2" fmla="*/ 0 h 2336800"/>
              <a:gd name="connisteX3" fmla="*/ 10972800 w 10972800"/>
              <a:gd name="connsiteY3" fmla="*/ 203200 h 2336800"/>
              <a:gd name="connisteX4" fmla="*/ 10972800 w 10972800"/>
              <a:gd name="connsiteY4" fmla="*/ 2133600 h 2336800"/>
              <a:gd name="connisteX5" fmla="*/ 10769600 w 10972800"/>
              <a:gd name="connsiteY5" fmla="*/ 2336800 h 2336800"/>
              <a:gd name="connisteX6" fmla="*/ 203200 w 10972800"/>
              <a:gd name="connsiteY6" fmla="*/ 2336800 h 2336800"/>
              <a:gd name="connisteX7" fmla="*/ 0 w 10972800"/>
              <a:gd name="connsiteY7" fmla="*/ 2133600 h 2336800"/>
              <a:gd name="connisteX8" fmla="*/ 0 w 109728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33600"/>
                </a:lnTo>
                <a:cubicBezTo>
                  <a:pt x="10972800" y="2245824"/>
                  <a:pt x="10881824" y="2336800"/>
                  <a:pt x="107696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Text Placeholder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 fontScale="70000" lnSpcReduction="20000"/>
          </a:bodyPr>
          <a:lstStyle/>
          <a:p>
            <a:pPr algn="l">
              <a:lnSpc>
                <a:spcPct val="111000"/>
              </a:lnSpc>
            </a:pPr>
            <a:r>
              <a:rPr lang="zh-CN" altLang="en-US"/>
              <a:t>Calculate Percentage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25000"/>
              </a:lnSpc>
            </a:pPr>
            <a:r>
              <a:rPr lang="zh-CN" altLang="en-US"/>
              <a:t>After processing all students, percentages are calculated, and students are classified based on their data.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sz="1700"/>
              <a:t>Display Summary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1400"/>
              <a:t>A summary of all processed student data and classifications is displayed.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sz="1700"/>
              <a:t>Save Report to File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1400"/>
              <a:t>The complete report is saved to a file for record-keeping.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11000"/>
              </a:lnSpc>
            </a:pPr>
            <a:r>
              <a:rPr lang="zh-CN" altLang="en-US" sz="1700"/>
              <a:t>End Process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/>
        <p:txBody>
          <a:bodyPr>
            <a:norm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1400"/>
              <a:t>The entire student processing workflow concludes.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5">
            <a:lum/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6386"/>
            <p:custDataLst>
              <p:tags r:id="rId2"/>
            </p:custDataLst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sz="3200" b="1" dirty="0">
                <a:solidFill>
                  <a:srgbClr val="00B0F0"/>
                </a:solidFill>
              </a:rPr>
              <a:t>THE END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idx="16385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sz="6600" dirty="0">
                <a:solidFill>
                  <a:srgbClr val="FFC000"/>
                </a:solidFill>
              </a:rPr>
              <a:t>Thanks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BiZWE2ZWRjZjk1ZmUxOTc0MTVmYTU3MjNhZWI5M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AITEMPLATE_STYLE_ID" val="697966262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1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637"/>
  <p:tag name="KSO_WM_TEMPLATE_CATEGORY" val="custom"/>
  <p:tag name="KSO_WM_TEMPLATE_MASTER_TYPE" val="0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80637"/>
  <p:tag name="KSO_WM_TEMPLATE_CATEGORY" val="custo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637"/>
  <p:tag name="KSO_WM_TEMPLATE_CATEGORY" val="custo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2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12"/>
  <p:tag name="KSO_WM_UNIT_ID" val="_2*i*1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13"/>
  <p:tag name="KSO_WM_UNIT_ID" val="_2*i*2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22"/>
  <p:tag name="KSO_WM_UNIT_ID" val="_2*i*1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23"/>
  <p:tag name="KSO_WM_UNIT_ID" val="_2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24"/>
  <p:tag name="KSO_WM_UNIT_ID" val="_2*i*2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25"/>
  <p:tag name="KSO_WM_UNIT_ID" val="_2*i*2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4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15"/>
  <p:tag name="KSO_WM_UNIT_ID" val="_2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6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7"/>
  <p:tag name="KSO_WM_UNIT_ID" val="_2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8"/>
  <p:tag name="KSO_WM_UNIT_ID" val="_2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9"/>
  <p:tag name="KSO_WM_UNIT_ID" val="_2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20"/>
  <p:tag name="KSO_WM_UNIT_ID" val="_2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21"/>
  <p:tag name="KSO_WM_UNIT_ID" val="_2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63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63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63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63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1"/>
  <p:tag name="KSO_WM_UNIT_TYPE" val="i"/>
  <p:tag name="KSO_WM_UNIT_INDEX" val="1"/>
  <p:tag name="KSO_WM_UNIT_ID" val="_9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12"/>
  <p:tag name="KSO_WM_UNIT_ID" val="_9*i*1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13"/>
  <p:tag name="KSO_WM_UNIT_ID" val="_9*i*2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4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15"/>
  <p:tag name="KSO_WM_UNIT_ID" val="_9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6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7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8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9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20"/>
  <p:tag name="KSO_WM_UNIT_ID" val="_9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21"/>
  <p:tag name="KSO_WM_UNIT_ID" val="_9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22"/>
  <p:tag name="KSO_WM_UNIT_ID" val="_9*i*1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23"/>
  <p:tag name="KSO_WM_UNIT_ID" val="_9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24"/>
  <p:tag name="KSO_WM_UNIT_ID" val="_9*i*2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25"/>
  <p:tag name="KSO_WM_UNIT_ID" val="_9*i*2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a"/>
  <p:tag name="KSO_WM_LAYOUT_CHECK_HASH" val="cf3dead23a7411a504ab2346da13a8d502e0f145"/>
  <p:tag name="KSO_WM_NEWLAYOUT_ID" val="59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2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3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7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8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9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9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20"/>
  <p:tag name="KSO_WM_UNIT_ID" val="_10*i*1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21"/>
  <p:tag name="KSO_WM_UNIT_ID" val="_10*i*1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0"/>
  <p:tag name="KSO_WM_BEAUTIFY_FLAG" val="#wm#"/>
  <p:tag name="KSO_WM_TAG_VERSION" val="3.0"/>
  <p:tag name="LAYOUTZORDER" val="22"/>
  <p:tag name="KSO_WM_UNIT_ID" val="_10*i*3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23"/>
  <p:tag name="KSO_WM_UNIT_ID" val="_10*i*1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24"/>
  <p:tag name="KSO_WM_UNIT_ID" val="_10*i*1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25"/>
  <p:tag name="KSO_WM_UNIT_ID" val="_10*i*1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26"/>
  <p:tag name="KSO_WM_UNIT_ID" val="_10*i*1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27"/>
  <p:tag name="KSO_WM_UNIT_ID" val="_10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4"/>
  <p:tag name="KSO_WM_BEAUTIFY_FLAG" val="#wm#"/>
  <p:tag name="KSO_WM_TAG_VERSION" val="3.0"/>
  <p:tag name="LAYOUTZORDER" val="28"/>
  <p:tag name="KSO_WM_UNIT_ID" val="_10*i*2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29"/>
  <p:tag name="KSO_WM_UNIT_ID" val="_10*i*1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30"/>
  <p:tag name="KSO_WM_UNIT_ID" val="_10*i*2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31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7"/>
  <p:tag name="KSO_WM_BEAUTIFY_FLAG" val="#wm#"/>
  <p:tag name="KSO_WM_TAG_VERSION" val="3.0"/>
  <p:tag name="LAYOUTZORDER" val="32"/>
  <p:tag name="KSO_WM_UNIT_ID" val="_10*i*3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33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8"/>
  <p:tag name="KSO_WM_BEAUTIFY_FLAG" val="#wm#"/>
  <p:tag name="KSO_WM_TAG_VERSION" val="3.0"/>
  <p:tag name="LAYOUTZORDER" val="34"/>
  <p:tag name="KSO_WM_UNIT_ID" val="_10*i*3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35"/>
  <p:tag name="KSO_WM_UNIT_ID" val="_10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36"/>
  <p:tag name="KSO_WM_UNIT_ID" val="_10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37"/>
  <p:tag name="KSO_WM_UNIT_ID" val="_10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38"/>
  <p:tag name="KSO_WM_UNIT_ID" val="_10*i*2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6"/>
  <p:tag name="KSO_WM_BEAUTIFY_FLAG" val="#wm#"/>
  <p:tag name="KSO_WM_TAG_VERSION" val="3.0"/>
  <p:tag name="LAYOUTZORDER" val="39"/>
  <p:tag name="KSO_WM_UNIT_ID" val="_10*i*3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40"/>
  <p:tag name="KSO_WM_UNIT_ID" val="_10*i*2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5"/>
  <p:tag name="KSO_WM_BEAUTIFY_FLAG" val="#wm#"/>
  <p:tag name="KSO_WM_TAG_VERSION" val="3.0"/>
  <p:tag name="LAYOUTZORDER" val="41"/>
  <p:tag name="KSO_WM_UNIT_ID" val="_10*i*3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2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3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9"/>
  <p:tag name="KSO_WM_BEAUTIFY_FLAG" val="#wm#"/>
  <p:tag name="KSO_WM_TAG_VERSION" val="3.0"/>
  <p:tag name="LAYOUTZORDER" val="44"/>
  <p:tag name="KSO_WM_UNIT_ID" val="_10*i*2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1"/>
  <p:tag name="KSO_WM_BEAUTIFY_FLAG" val="#wm#"/>
  <p:tag name="KSO_WM_TAG_VERSION" val="3.0"/>
  <p:tag name="LAYOUTZORDER" val="45"/>
  <p:tag name="KSO_WM_UNIT_ID" val="_10*i*3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9"/>
  <p:tag name="KSO_WM_BEAUTIFY_FLAG" val="#wm#"/>
  <p:tag name="KSO_WM_TAG_VERSION" val="3.0"/>
  <p:tag name="LAYOUTZORDER" val="46"/>
  <p:tag name="KSO_WM_UNIT_ID" val="_10*i*3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47"/>
  <p:tag name="KSO_WM_UNIT_ID" val="_10*i*1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8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9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0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1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2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3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4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4"/>
  <p:tag name="KSO_WM_BEAUTIFY_FLAG" val="#wm#"/>
  <p:tag name="KSO_WM_TAG_VERSION" val="3.0"/>
  <p:tag name="LAYOUTZORDER" val="55"/>
  <p:tag name="KSO_WM_UNIT_ID" val="_10*i*3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7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8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9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0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61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62"/>
  <p:tag name="KSO_WM_UNIT_ID" val="_10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63"/>
  <p:tag name="KSO_WM_UNIT_ID" val="_10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66"/>
  <p:tag name="KSO_WM_UNIT_ID" val="_10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5"/>
  <p:tag name="KSO_WM_BEAUTIFY_FLAG" val="#wm#"/>
  <p:tag name="KSO_WM_TAG_VERSION" val="3.0"/>
  <p:tag name="LAYOUTZORDER" val="67"/>
  <p:tag name="KSO_WM_UNIT_ID" val="_10*i*2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8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9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70"/>
  <p:tag name="KSO_WM_UNIT_ID" val="_10*i*1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8"/>
  <p:tag name="KSO_WM_BEAUTIFY_FLAG" val="#wm#"/>
  <p:tag name="KSO_WM_TAG_VERSION" val="3.0"/>
  <p:tag name="LAYOUTZORDER" val="71"/>
  <p:tag name="KSO_WM_UNIT_ID" val="_10*i*2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7"/>
  <p:tag name="KSO_WM_BEAUTIFY_FLAG" val="#wm#"/>
  <p:tag name="KSO_WM_TAG_VERSION" val="3.0"/>
  <p:tag name="LAYOUTZORDER" val="72"/>
  <p:tag name="KSO_WM_UNIT_ID" val="_10*i*2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2"/>
  <p:tag name="KSO_WM_BEAUTIFY_FLAG" val="#wm#"/>
  <p:tag name="KSO_WM_TAG_VERSION" val="3.0"/>
  <p:tag name="LAYOUTZORDER" val="73"/>
  <p:tag name="KSO_WM_UNIT_ID" val="_10*i*3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1"/>
  <p:tag name="KSO_WM_BEAUTIFY_FLAG" val="#wm#"/>
  <p:tag name="KSO_WM_TAG_VERSION" val="3.0"/>
  <p:tag name="LAYOUTZORDER" val="74"/>
  <p:tag name="KSO_WM_UNIT_ID" val="_10*i*4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6"/>
  <p:tag name="KSO_WM_BEAUTIFY_FLAG" val="#wm#"/>
  <p:tag name="KSO_WM_TAG_VERSION" val="3.0"/>
  <p:tag name="LAYOUTZORDER" val="78"/>
  <p:tag name="KSO_WM_UNIT_ID" val="_10*i*4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7"/>
  <p:tag name="KSO_WM_BEAUTIFY_FLAG" val="#wm#"/>
  <p:tag name="KSO_WM_TAG_VERSION" val="3.0"/>
  <p:tag name="LAYOUTZORDER" val="79"/>
  <p:tag name="KSO_WM_UNIT_ID" val="_10*i*4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8"/>
  <p:tag name="KSO_WM_BEAUTIFY_FLAG" val="#wm#"/>
  <p:tag name="KSO_WM_TAG_VERSION" val="3.0"/>
  <p:tag name="LAYOUTZORDER" val="80"/>
  <p:tag name="KSO_WM_UNIT_ID" val="_10*i*4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9"/>
  <p:tag name="KSO_WM_BEAUTIFY_FLAG" val="#wm#"/>
  <p:tag name="KSO_WM_TAG_VERSION" val="3.0"/>
  <p:tag name="LAYOUTZORDER" val="81"/>
  <p:tag name="KSO_WM_UNIT_ID" val="_10*i*4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3"/>
  <p:tag name="KSO_WM_BEAUTIFY_FLAG" val="#wm#"/>
  <p:tag name="KSO_WM_TAG_VERSION" val="3.0"/>
  <p:tag name="LAYOUTZORDER" val="82"/>
  <p:tag name="KSO_WM_UNIT_ID" val="_10*i*4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0"/>
  <p:tag name="KSO_WM_BEAUTIFY_FLAG" val="#wm#"/>
  <p:tag name="KSO_WM_TAG_VERSION" val="3.0"/>
  <p:tag name="LAYOUTZORDER" val="83"/>
  <p:tag name="KSO_WM_UNIT_ID" val="_10*i*4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6"/>
  <p:tag name="KSO_WM_BEAUTIFY_FLAG" val="#wm#"/>
  <p:tag name="KSO_WM_TAG_VERSION" val="3.0"/>
  <p:tag name="LAYOUTZORDER" val="84"/>
  <p:tag name="KSO_WM_UNIT_ID" val="_10*i*2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85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a"/>
  <p:tag name="KSO_WM_LAYOUT_CHECK_HASH" val="ad57c01bd6be2dabeaa992cc0387cc431609f67e"/>
  <p:tag name="KSO_WM_NEWLAYOUT_ID" val="66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1"/>
  <p:tag name="KSO_WM_UNIT_TYPE" val="i"/>
  <p:tag name="KSO_WM_UNIT_INDEX" val="1"/>
  <p:tag name="KSO_WM_UNIT_ID" val="_11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15"/>
  <p:tag name="KSO_WM_UNIT_ID" val="_11*i*1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16"/>
  <p:tag name="KSO_WM_UNIT_ID" val="_11*i*2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17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18"/>
  <p:tag name="KSO_WM_UNIT_ID" val="_11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9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20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21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22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23"/>
  <p:tag name="KSO_WM_UNIT_ID" val="_11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24"/>
  <p:tag name="KSO_WM_UNIT_ID" val="_11*i*1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25"/>
  <p:tag name="KSO_WM_UNIT_ID" val="_11*i*1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26"/>
  <p:tag name="KSO_WM_UNIT_ID" val="_11*i*2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27"/>
  <p:tag name="KSO_WM_UNIT_ID" val="_11*i*2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28"/>
  <p:tag name="KSO_WM_UNIT_ID" val="_11*i*2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a"/>
  <p:tag name="KSO_WM_LAYOUT_CHECK_HASH" val="53720de3eef89d8386296373b9f87b20e33aa4ba"/>
  <p:tag name="KSO_WM_NEWLAYOUT_ID" val="71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2069dd61a48c94734ce58ce0ab33933acaf24fe"/>
  <p:tag name="KSO_WM_NEWLAYOUT_ID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1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637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637"/>
  <p:tag name="KSO_WM_TEMPLATE_CATEGORY" val="custom"/>
  <p:tag name="KSO_WM_TEMPLATE_MASTER_TYPE" val="0"/>
  <p:tag name="KSO_WM_TAG_VERSION" val="3.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c6725ea567f5f59f31a51890a2101331f66be268"/>
  <p:tag name="KSO_WM_NEWLAYOUT_GROUP_ID" val="layout_1-5"/>
  <p:tag name="KSO_WM_NEWLAYOUT_ID" val="slide_f6eba500053b1ebb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2c9514002432d955540bfed723f16f1316465b"/>
  <p:tag name="KSO_WM_NEWLAYOUT_GROUP_ID" val="layout_32"/>
  <p:tag name="KSO_WM_NEWLAYOUT_ID" val="slide_5239d9be7cf8785b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c3591cc0b8e78a122176495d7224ca976f813d"/>
  <p:tag name="KSO_WM_NEWLAYOUT_GROUP_ID" val="layout_63"/>
  <p:tag name="KSO_WM_NEWLAYOUT_ID" val="slide_f35b556d12691d4f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637"/>
  <p:tag name="KSO_WM_TEMPLATE_CATEGORY" val="custom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9bf40d01354e9ec8b89bc6c562f60962be0ff3"/>
  <p:tag name="KSO_WM_NEWLAYOUT_GROUP_ID" val="layout_51"/>
  <p:tag name="KSO_WM_NEWLAYOUT_ID" val="slide_706d4240adf47b4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637"/>
  <p:tag name="KSO_WM_TEMPLATE_CATEGORY" val="custom"/>
  <p:tag name="KSO_WM_SLIDE_INDEX" val="1"/>
  <p:tag name="KSO_WM_SLIDE_ID" val="custom40480637_1"/>
  <p:tag name="KSO_WM_TEMPLATE_MASTER_TYPE" val="0"/>
  <p:tag name="KSO_WM_SLIDE_LAYOUT" val="a_f"/>
  <p:tag name="KSO_WM_SLIDE_LAYOUT_CNT" val="1_2"/>
  <p:tag name="KSO_WM_TAG_VERSION" val="3.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a"/>
  <p:tag name="KSO_WM_LAYOUT_CHECK_HASH" val="cf3dead23a7411a504ab2346da13a8d502e0f145"/>
  <p:tag name="KSO_WM_NEWLAYOUT_ID" val="59"/>
  <p:tag name="KSO_WM_UNIT_PRESET_TEXT" val="单击此处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1"/>
  <p:tag name="KSO_WM_SLIDE_TYPE" val="contents"/>
  <p:tag name="KSO_WM_TEMPLATE_SUBCATEGORY" val="29"/>
  <p:tag name="KSO_WM_BEAUTIFY_FLAG" val="#wm#"/>
  <p:tag name="KSO_WM_TEMPLATE_FIGMA_ID" val="69796626212"/>
  <p:tag name="KSO_WM_TEMPLATE_SLIDE_ID" val="slide_f6eba500053b1ebb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c6725ea567f5f59f31a51890a2101331f66be268"/>
  <p:tag name="KSO_WM_NEWLAYOUT_GROUP_ID" val="layout_1-5"/>
  <p:tag name="KSO_WM_NEWLAYOUT_ID" val="slide_f6eba500053b1ebb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Item title"/>
  <p:tag name="KSO_WM_SLIDE_FIGMA_DIAGRAM" val="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80637"/>
  <p:tag name="KSO_WM_TEMPLATE_CATEGORY" val="custom"/>
  <p:tag name="KSO_WM_SLIDE_INDEX" val="3"/>
  <p:tag name="KSO_WM_SLIDE_ID" val="custom40480637_7"/>
  <p:tag name="KSO_WM_TEMPLATE_MASTER_TYPE" val="0"/>
  <p:tag name="KSO_WM_SLIDE_LAYOUT" val="a_e"/>
  <p:tag name="KSO_WM_SLIDE_LAYOUT_CNT" val="1_1"/>
  <p:tag name="KSO_WM_TAG_VERSION" val="3.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a"/>
  <p:tag name="KSO_WM_LAYOUT_CHECK_HASH" val="ad57c01bd6be2dabeaa992cc0387cc431609f67e"/>
  <p:tag name="KSO_WM_NEWLAYOUT_ID" val="66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26212"/>
  <p:tag name="KSO_WM_TEMPLATE_SLIDE_ID" val="slide_5239d9be7cf8785b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2c9514002432d955540bfed723f16f1316465b"/>
  <p:tag name="KSO_WM_NEWLAYOUT_GROUP_ID" val="layout_32"/>
  <p:tag name="KSO_WM_NEWLAYOUT_ID" val="slide_5239d9be7cf8785b"/>
  <p:tag name="KSO_WM_UNIT_PRESET_TEXT" val="Your slide title her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Your item title her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Enter title text her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Your item title her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Enter title text her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26212"/>
  <p:tag name="KSO_WM_TEMPLATE_SLIDE_ID" val="slide_f35b556d12691d4f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c3591cc0b8e78a122176495d7224ca976f813d"/>
  <p:tag name="KSO_WM_NEWLAYOUT_GROUP_ID" val="layout_63"/>
  <p:tag name="KSO_WM_NEWLAYOUT_ID" val="slide_f35b556d12691d4f"/>
  <p:tag name="KSO_WM_UNIT_PRESET_TEXT" val="Your slide title her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ai-gateway-save.oss.eu-west-0.prod-cloud-ocb.orange-business.com/aigc-gateway-v2-prod-eu/6b408107a696c7f2bc1714675e070202.png?Expires=1783905043\u0026AWSAccessKeyId=9CCMMVMO9WGJBPRAAQRU\u0026Signature=%2FlCimfjEULBmIDVLMuJ%2FR26zLdw%3D&quot;,&quot;product_name&quot;:&quot;wps-wpp-pc&quot;,&quot;intention_code&quot;:&quot;wps_wpp_generate_doc_pay&quot;}*ai_google_3.0.7_prod*12045f92984e0c663ea32b6fb987bf5e-slide-4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Item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Enter title text her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Item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Enter title text her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Item titl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Enter title text her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Item titl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Enter title text her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26212"/>
  <p:tag name="KSO_WM_TEMPLATE_SLIDE_ID" val="slide_706d4240adf47b4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9bf40d01354e9ec8b89bc6c562f60962be0ff3"/>
  <p:tag name="KSO_WM_NEWLAYOUT_GROUP_ID" val="layout_51"/>
  <p:tag name="KSO_WM_NEWLAYOUT_ID" val="slide_706d4240adf47b4e"/>
  <p:tag name="KSO_WM_UNIT_PRESET_TEXT" val="Your slide title her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ai-gateway-save.oss.eu-west-0.prod-cloud-ocb.orange-business.com/aigc-gateway-v2-prod-eu/9026591cbf3f8c494e9eeb1d6e8c5f84.png?Expires=1783905042\u0026AWSAccessKeyId=9CCMMVMO9WGJBPRAAQRU\u0026Signature=rLUet7cDiQAIJxFJgN1%2FaLtedtQ%3D&quot;,&quot;product_name&quot;:&quot;wps-wpp-pc&quot;,&quot;intention_code&quot;:&quot;wps_wpp_generate_doc_pay&quot;}*ai_google_3.0.7_prod*12045f92984e0c663ea32b6fb987bf5e-slide-5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Item titl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Enter title text her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Item titl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Enter title text her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Item title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Enter title text her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Item titl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Enter title text her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0637"/>
  <p:tag name="KSO_WM_TEMPLATE_CATEGORY" val="custom"/>
  <p:tag name="KSO_WM_SLIDE_INDEX" val="5"/>
  <p:tag name="KSO_WM_SLIDE_ID" val="custom40480637_9"/>
  <p:tag name="KSO_WM_TEMPLATE_MASTER_TYPE" val="0"/>
  <p:tag name="KSO_WM_SLIDE_LAYOUT" val="a_b"/>
  <p:tag name="KSO_WM_SLIDE_LAYOUT_CNT" val="1_1"/>
  <p:tag name="KSO_WM_TAG_VERSION" val="3.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INDEX" val="1"/>
  <p:tag name="KSO_WM_UNIT_TEXT_TYPE" val="1"/>
  <p:tag name="KSO_WM_UNIT_TYPE" val="a"/>
  <p:tag name="KSO_WM_LAYOUT_CHECK_HASH" val="53720de3eef89d8386296373b9f87b20e33aa4ba"/>
  <p:tag name="KSO_WM_NEWLAYOUT_ID" val="71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637"/>
  <p:tag name="KSO_WM_TEMPLATE_CATEGORY" val="custom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_Theme_2">
  <a:themeElements>
    <a:clrScheme name="自定义 219">
      <a:dk1>
        <a:srgbClr val="000000"/>
      </a:dk1>
      <a:lt1>
        <a:srgbClr val="FFFFFF"/>
      </a:lt1>
      <a:dk2>
        <a:srgbClr val="5A5B27"/>
      </a:dk2>
      <a:lt2>
        <a:srgbClr val="FBFBF6"/>
      </a:lt2>
      <a:accent1>
        <a:srgbClr val="AE8E42"/>
      </a:accent1>
      <a:accent2>
        <a:srgbClr val="F9A64B"/>
      </a:accent2>
      <a:accent3>
        <a:srgbClr val="AC853A"/>
      </a:accent3>
      <a:accent4>
        <a:srgbClr val="B8863C"/>
      </a:accent4>
      <a:accent5>
        <a:srgbClr val="D28532"/>
      </a:accent5>
      <a:accent6>
        <a:srgbClr val="F2A285"/>
      </a:accent6>
      <a:hlink>
        <a:srgbClr val="0026E5"/>
      </a:hlink>
      <a:folHlink>
        <a:srgbClr val="7E1FA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_Theme_1">
  <a:themeElements>
    <a:clrScheme name="自定义 219">
      <a:dk1>
        <a:srgbClr val="000000"/>
      </a:dk1>
      <a:lt1>
        <a:srgbClr val="FFFFFF"/>
      </a:lt1>
      <a:dk2>
        <a:srgbClr val="5A5B27"/>
      </a:dk2>
      <a:lt2>
        <a:srgbClr val="FBFBF6"/>
      </a:lt2>
      <a:accent1>
        <a:srgbClr val="AE8E42"/>
      </a:accent1>
      <a:accent2>
        <a:srgbClr val="F9A64B"/>
      </a:accent2>
      <a:accent3>
        <a:srgbClr val="AC853A"/>
      </a:accent3>
      <a:accent4>
        <a:srgbClr val="B8863C"/>
      </a:accent4>
      <a:accent5>
        <a:srgbClr val="D28532"/>
      </a:accent5>
      <a:accent6>
        <a:srgbClr val="F2A285"/>
      </a:accent6>
      <a:hlink>
        <a:srgbClr val="0026E5"/>
      </a:hlink>
      <a:folHlink>
        <a:srgbClr val="7E1FA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1027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Office Theme</vt:lpstr>
      <vt:lpstr>Office_Theme_2</vt:lpstr>
      <vt:lpstr>Office_Theme_1</vt:lpstr>
      <vt:lpstr>Student Processing Flowchart</vt:lpstr>
      <vt:lpstr>Contents</vt:lpstr>
      <vt:lpstr>Flowchart Structure</vt:lpstr>
      <vt:lpstr>Initial Setup and Input</vt:lpstr>
      <vt:lpstr>Student Data Processing Loop</vt:lpstr>
      <vt:lpstr>Finalization and Reporting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Processing Flowchart</dc:title>
  <dc:creator>NTIAMOAHCALEBKONADU</dc:creator>
  <cp:lastModifiedBy>Unknown User</cp:lastModifiedBy>
  <cp:revision>3</cp:revision>
  <dcterms:created xsi:type="dcterms:W3CDTF">2026-07-12T01:17:58Z</dcterms:created>
  <dcterms:modified xsi:type="dcterms:W3CDTF">2026-07-12T12:50:33Z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2052-12.9.0.27489</vt:lpwstr>
  </property>
  <property fmtid="{D5CDD505-2E9C-101B-9397-08002B2CF9AE}" pid="3" name="KSOTemplateUUID">
    <vt:lpwstr>v1.0_ai_69796626212</vt:lpwstr>
  </property>
  <property fmtid="{D5CDD505-2E9C-101B-9397-08002B2CF9AE}" pid="4" name="ICV">
    <vt:lpwstr>ACD056BC8DC3DE8899E9526A7738FD84_42</vt:lpwstr>
  </property>
</Properties>
</file>